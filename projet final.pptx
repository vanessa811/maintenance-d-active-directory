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49"/>
  </p:notesMasterIdLst>
  <p:sldIdLst>
    <p:sldId id="296" r:id="rId2"/>
    <p:sldId id="298" r:id="rId3"/>
    <p:sldId id="311" r:id="rId4"/>
    <p:sldId id="299" r:id="rId5"/>
    <p:sldId id="300" r:id="rId6"/>
    <p:sldId id="301" r:id="rId7"/>
    <p:sldId id="302" r:id="rId8"/>
    <p:sldId id="303" r:id="rId9"/>
    <p:sldId id="304" r:id="rId10"/>
    <p:sldId id="305" r:id="rId11"/>
    <p:sldId id="306" r:id="rId12"/>
    <p:sldId id="307" r:id="rId13"/>
    <p:sldId id="308" r:id="rId14"/>
    <p:sldId id="309" r:id="rId15"/>
    <p:sldId id="310" r:id="rId16"/>
    <p:sldId id="312" r:id="rId17"/>
    <p:sldId id="313" r:id="rId18"/>
    <p:sldId id="314" r:id="rId19"/>
    <p:sldId id="315" r:id="rId20"/>
    <p:sldId id="316" r:id="rId21"/>
    <p:sldId id="317" r:id="rId22"/>
    <p:sldId id="319" r:id="rId23"/>
    <p:sldId id="320" r:id="rId24"/>
    <p:sldId id="321" r:id="rId25"/>
    <p:sldId id="322" r:id="rId26"/>
    <p:sldId id="323" r:id="rId27"/>
    <p:sldId id="326" r:id="rId28"/>
    <p:sldId id="327" r:id="rId29"/>
    <p:sldId id="328" r:id="rId30"/>
    <p:sldId id="329" r:id="rId31"/>
    <p:sldId id="330" r:id="rId32"/>
    <p:sldId id="331" r:id="rId33"/>
    <p:sldId id="332" r:id="rId34"/>
    <p:sldId id="333" r:id="rId35"/>
    <p:sldId id="334" r:id="rId36"/>
    <p:sldId id="335" r:id="rId37"/>
    <p:sldId id="336" r:id="rId38"/>
    <p:sldId id="337" r:id="rId39"/>
    <p:sldId id="338" r:id="rId40"/>
    <p:sldId id="339" r:id="rId41"/>
    <p:sldId id="340" r:id="rId42"/>
    <p:sldId id="341" r:id="rId43"/>
    <p:sldId id="342" r:id="rId44"/>
    <p:sldId id="343" r:id="rId45"/>
    <p:sldId id="346" r:id="rId46"/>
    <p:sldId id="348" r:id="rId47"/>
    <p:sldId id="349" r:id="rId4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F358C213-E42D-491D-932D-6B253C636167}">
          <p14:sldIdLst>
            <p14:sldId id="296"/>
            <p14:sldId id="298"/>
            <p14:sldId id="311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2"/>
            <p14:sldId id="313"/>
            <p14:sldId id="314"/>
            <p14:sldId id="315"/>
          </p14:sldIdLst>
        </p14:section>
        <p14:section name="Section sans titre" id="{02CC4D56-2B7F-46CA-AB0B-E94EF621B376}">
          <p14:sldIdLst>
            <p14:sldId id="316"/>
            <p14:sldId id="317"/>
            <p14:sldId id="319"/>
            <p14:sldId id="320"/>
            <p14:sldId id="321"/>
            <p14:sldId id="322"/>
            <p14:sldId id="323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  <p14:sldId id="346"/>
            <p14:sldId id="348"/>
            <p14:sldId id="34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account" initials="Ma" lastIdx="3" clrIdx="0">
    <p:extLst>
      <p:ext uri="{19B8F6BF-5375-455C-9EA6-DF929625EA0E}">
        <p15:presenceInfo xmlns:p15="http://schemas.microsoft.com/office/powerpoint/2012/main" userId="c82d2f07acd6817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465B"/>
    <a:srgbClr val="265164"/>
    <a:srgbClr val="F5F5F5"/>
    <a:srgbClr val="339933"/>
    <a:srgbClr val="009466"/>
    <a:srgbClr val="EBEFF2"/>
    <a:srgbClr val="A63637"/>
    <a:srgbClr val="006C31"/>
    <a:srgbClr val="6E020C"/>
    <a:srgbClr val="EFEF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033" autoAdjust="0"/>
  </p:normalViewPr>
  <p:slideViewPr>
    <p:cSldViewPr>
      <p:cViewPr>
        <p:scale>
          <a:sx n="77" d="100"/>
          <a:sy n="77" d="100"/>
        </p:scale>
        <p:origin x="1646" y="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38899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94C97F-FADE-4F99-AD2D-5D58E09748D8}" type="datetimeFigureOut">
              <a:rPr lang="fr-CA" smtClean="0"/>
              <a:t>2025-12-05</a:t>
            </a:fld>
            <a:endParaRPr lang="fr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"/>
              <a:t>Cliquez pour modifier les styles de texte maître</a:t>
            </a:r>
          </a:p>
          <a:p>
            <a:pPr lvl="1"/>
            <a:r>
              <a:rPr lang="fr"/>
              <a:t>Deuxième niveau</a:t>
            </a:r>
          </a:p>
          <a:p>
            <a:pPr lvl="2"/>
            <a:r>
              <a:rPr lang="fr"/>
              <a:t>Troisième niveau</a:t>
            </a:r>
          </a:p>
          <a:p>
            <a:pPr lvl="3"/>
            <a:r>
              <a:rPr lang="fr"/>
              <a:t>Quatrième niveau</a:t>
            </a:r>
          </a:p>
          <a:p>
            <a:pPr lvl="4"/>
            <a:r>
              <a:rPr lang="fr"/>
              <a:t>Cinquième niveau</a:t>
            </a:r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E219C1-BB90-443C-9B10-792BE9F1BA5B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2366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219C1-BB90-443C-9B10-792BE9F1BA5B}" type="slidenum">
              <a:rPr lang="fr-CA" smtClean="0"/>
              <a:t>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282531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sz="1400" b="1" dirty="0"/>
              <a:t>Comme vous le voyez j’ai créé les OU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E219C1-BB90-443C-9B10-792BE9F1BA5B}" type="slidenum">
              <a:rPr lang="fr-CA" smtClean="0"/>
              <a:t>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66949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J’ai mis le groupe 1 dans l’OU1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E219C1-BB90-443C-9B10-792BE9F1BA5B}" type="slidenum">
              <a:rPr lang="fr-CA" smtClean="0"/>
              <a:t>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314474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J’ai mis le groupe 2 dans l’ou2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E219C1-BB90-443C-9B10-792BE9F1BA5B}" type="slidenum">
              <a:rPr lang="fr-CA" smtClean="0"/>
              <a:t>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238280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J’ai mis le groupe 3 dans l’OU3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E219C1-BB90-443C-9B10-792BE9F1BA5B}" type="slidenum">
              <a:rPr lang="fr-CA" smtClean="0"/>
              <a:t>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342425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L’utilisateur 1 dans le groupe 1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E219C1-BB90-443C-9B10-792BE9F1BA5B}" type="slidenum">
              <a:rPr lang="fr-CA" smtClean="0"/>
              <a:t>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195294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L’utilisateur 2 dans le groupe 2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E219C1-BB90-443C-9B10-792BE9F1BA5B}" type="slidenum">
              <a:rPr lang="fr-CA" smtClean="0"/>
              <a:t>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723056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L’utilisateur 3 dans groupe 3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E219C1-BB90-443C-9B10-792BE9F1BA5B}" type="slidenum">
              <a:rPr lang="fr-CA" smtClean="0"/>
              <a:t>10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589363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J’ai créé un dossier </a:t>
            </a:r>
            <a:r>
              <a:rPr lang="fr-CA" dirty="0" err="1"/>
              <a:t>ShareFolder</a:t>
            </a:r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E219C1-BB90-443C-9B10-792BE9F1BA5B}" type="slidenum">
              <a:rPr lang="fr-CA" smtClean="0"/>
              <a:t>16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732099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Notre disque est bien là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E219C1-BB90-443C-9B10-792BE9F1BA5B}" type="slidenum">
              <a:rPr lang="fr-CA" smtClean="0"/>
              <a:t>42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21075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"/>
              <a:t>Amir Ghasemi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DBABF-20A2-4052-B5E8-1E21107F719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941771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"/>
              <a:t>Amir Ghasemi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DBABF-20A2-4052-B5E8-1E21107F719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671343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"/>
              <a:t>Amir Ghasemi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DBABF-20A2-4052-B5E8-1E21107F719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217172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"/>
              <a:t>Amir Ghasemi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DBABF-20A2-4052-B5E8-1E21107F719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704906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"/>
              <a:t>Amir Ghasemi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DBABF-20A2-4052-B5E8-1E21107F719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457078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"/>
              <a:t>Amir Ghasemi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DBABF-20A2-4052-B5E8-1E21107F719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407286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"/>
              <a:t>Amir Ghasemi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DBABF-20A2-4052-B5E8-1E21107F719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296013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"/>
              <a:t>Amir Ghasemi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DBABF-20A2-4052-B5E8-1E21107F719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44049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"/>
              <a:t>Amir Ghasemi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DBABF-20A2-4052-B5E8-1E21107F719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210659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"/>
              <a:t>Amir Ghasemi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DBABF-20A2-4052-B5E8-1E21107F719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20102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"/>
              <a:t>Amir Ghasemi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DBABF-20A2-4052-B5E8-1E21107F7192}" type="slidenum">
              <a:rPr lang="en-US" smtClean="0"/>
              <a:t>‹n°›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31473763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"/>
              <a:t>Amir Ghasemi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DBABF-20A2-4052-B5E8-1E21107F719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975695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"/>
              <a:t>Amir Ghasemi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DBABF-20A2-4052-B5E8-1E21107F7192}" type="slidenum">
              <a:rPr lang="en-US" smtClean="0"/>
              <a:t>‹n°›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96481516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"/>
              <a:t>Amir Ghasemi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DBABF-20A2-4052-B5E8-1E21107F719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235577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"/>
              <a:t>Amir Ghasemi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DBABF-20A2-4052-B5E8-1E21107F719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870529"/>
      </p:ext>
    </p:extLst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"/>
              <a:t>Amir Ghasemi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DBABF-20A2-4052-B5E8-1E21107F719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510253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"/>
              <a:t>Amir Ghasemi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84DBABF-20A2-4052-B5E8-1E21107F719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111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1.png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5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5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4.m4a"/><Relationship Id="rId1" Type="http://schemas.microsoft.com/office/2007/relationships/media" Target="../media/media14.m4a"/><Relationship Id="rId5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15.m4a"/><Relationship Id="rId1" Type="http://schemas.microsoft.com/office/2007/relationships/media" Target="../media/media15.m4a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6.m4a"/><Relationship Id="rId1" Type="http://schemas.microsoft.com/office/2007/relationships/media" Target="../media/media16.m4a"/><Relationship Id="rId6" Type="http://schemas.openxmlformats.org/officeDocument/2006/relationships/image" Target="../media/image1.png"/><Relationship Id="rId5" Type="http://schemas.openxmlformats.org/officeDocument/2006/relationships/image" Target="../media/image12.png"/><Relationship Id="rId4" Type="http://schemas.openxmlformats.org/officeDocument/2006/relationships/notesSlide" Target="../notesSlides/notesSlide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17.m4a"/><Relationship Id="rId1" Type="http://schemas.microsoft.com/office/2007/relationships/media" Target="../media/media17.m4a"/><Relationship Id="rId6" Type="http://schemas.openxmlformats.org/officeDocument/2006/relationships/image" Target="../media/image1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8.m4a"/><Relationship Id="rId1" Type="http://schemas.microsoft.com/office/2007/relationships/media" Target="../media/media18.m4a"/><Relationship Id="rId5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9.m4a"/><Relationship Id="rId1" Type="http://schemas.microsoft.com/office/2007/relationships/media" Target="../media/media19.m4a"/><Relationship Id="rId5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0.m4a"/><Relationship Id="rId1" Type="http://schemas.microsoft.com/office/2007/relationships/media" Target="../media/media20.m4a"/><Relationship Id="rId5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1.m4a"/><Relationship Id="rId1" Type="http://schemas.microsoft.com/office/2007/relationships/media" Target="../media/media21.m4a"/><Relationship Id="rId5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2.m4a"/><Relationship Id="rId1" Type="http://schemas.microsoft.com/office/2007/relationships/media" Target="../media/media22.m4a"/><Relationship Id="rId5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3.m4a"/><Relationship Id="rId1" Type="http://schemas.microsoft.com/office/2007/relationships/media" Target="../media/media23.m4a"/><Relationship Id="rId5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4.m4a"/><Relationship Id="rId1" Type="http://schemas.microsoft.com/office/2007/relationships/media" Target="../media/media24.m4a"/><Relationship Id="rId5" Type="http://schemas.openxmlformats.org/officeDocument/2006/relationships/image" Target="../media/image1.png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5.m4a"/><Relationship Id="rId1" Type="http://schemas.microsoft.com/office/2007/relationships/media" Target="../media/media25.m4a"/><Relationship Id="rId5" Type="http://schemas.openxmlformats.org/officeDocument/2006/relationships/image" Target="../media/image1.png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6.m4a"/><Relationship Id="rId1" Type="http://schemas.microsoft.com/office/2007/relationships/media" Target="../media/media26.m4a"/><Relationship Id="rId5" Type="http://schemas.openxmlformats.org/officeDocument/2006/relationships/image" Target="../media/image1.png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7.m4a"/><Relationship Id="rId1" Type="http://schemas.microsoft.com/office/2007/relationships/media" Target="../media/media27.m4a"/><Relationship Id="rId5" Type="http://schemas.openxmlformats.org/officeDocument/2006/relationships/image" Target="../media/image1.png"/><Relationship Id="rId4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28.m4a"/><Relationship Id="rId1" Type="http://schemas.microsoft.com/office/2007/relationships/media" Target="../media/media28.m4a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9.m4a"/><Relationship Id="rId1" Type="http://schemas.microsoft.com/office/2007/relationships/media" Target="../media/media29.m4a"/><Relationship Id="rId5" Type="http://schemas.openxmlformats.org/officeDocument/2006/relationships/image" Target="../media/image1.png"/><Relationship Id="rId4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0.m4a"/><Relationship Id="rId1" Type="http://schemas.microsoft.com/office/2007/relationships/media" Target="../media/media30.m4a"/><Relationship Id="rId5" Type="http://schemas.openxmlformats.org/officeDocument/2006/relationships/image" Target="../media/image1.png"/><Relationship Id="rId4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1.m4a"/><Relationship Id="rId1" Type="http://schemas.microsoft.com/office/2007/relationships/media" Target="../media/media31.m4a"/><Relationship Id="rId5" Type="http://schemas.openxmlformats.org/officeDocument/2006/relationships/image" Target="../media/image1.png"/><Relationship Id="rId4" Type="http://schemas.openxmlformats.org/officeDocument/2006/relationships/image" Target="../media/image2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2.m4a"/><Relationship Id="rId1" Type="http://schemas.microsoft.com/office/2007/relationships/media" Target="../media/media32.m4a"/><Relationship Id="rId5" Type="http://schemas.openxmlformats.org/officeDocument/2006/relationships/image" Target="../media/image1.png"/><Relationship Id="rId4" Type="http://schemas.openxmlformats.org/officeDocument/2006/relationships/image" Target="../media/image2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33.m4a"/><Relationship Id="rId1" Type="http://schemas.microsoft.com/office/2007/relationships/media" Target="../media/media33.m4a"/><Relationship Id="rId4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4.m4a"/><Relationship Id="rId1" Type="http://schemas.microsoft.com/office/2007/relationships/media" Target="../media/media34.m4a"/><Relationship Id="rId5" Type="http://schemas.openxmlformats.org/officeDocument/2006/relationships/image" Target="../media/image1.png"/><Relationship Id="rId4" Type="http://schemas.openxmlformats.org/officeDocument/2006/relationships/image" Target="../media/image2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5.m4a"/><Relationship Id="rId1" Type="http://schemas.microsoft.com/office/2007/relationships/media" Target="../media/media35.m4a"/><Relationship Id="rId5" Type="http://schemas.openxmlformats.org/officeDocument/2006/relationships/image" Target="../media/image1.png"/><Relationship Id="rId4" Type="http://schemas.openxmlformats.org/officeDocument/2006/relationships/image" Target="../media/image3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6.m4a"/><Relationship Id="rId1" Type="http://schemas.microsoft.com/office/2007/relationships/media" Target="../media/media36.m4a"/><Relationship Id="rId5" Type="http://schemas.openxmlformats.org/officeDocument/2006/relationships/image" Target="../media/image1.png"/><Relationship Id="rId4" Type="http://schemas.openxmlformats.org/officeDocument/2006/relationships/image" Target="../media/image3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37.m4a"/><Relationship Id="rId1" Type="http://schemas.microsoft.com/office/2007/relationships/media" Target="../media/media37.m4a"/><Relationship Id="rId4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8.m4a"/><Relationship Id="rId1" Type="http://schemas.microsoft.com/office/2007/relationships/media" Target="../media/media38.m4a"/><Relationship Id="rId5" Type="http://schemas.openxmlformats.org/officeDocument/2006/relationships/image" Target="../media/image1.png"/><Relationship Id="rId4" Type="http://schemas.openxmlformats.org/officeDocument/2006/relationships/image" Target="../media/image3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9.m4a"/><Relationship Id="rId1" Type="http://schemas.microsoft.com/office/2007/relationships/media" Target="../media/media39.m4a"/><Relationship Id="rId5" Type="http://schemas.openxmlformats.org/officeDocument/2006/relationships/image" Target="../media/image1.png"/><Relationship Id="rId4" Type="http://schemas.openxmlformats.org/officeDocument/2006/relationships/image" Target="../media/image3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0.m4a"/><Relationship Id="rId1" Type="http://schemas.microsoft.com/office/2007/relationships/media" Target="../media/media40.m4a"/><Relationship Id="rId5" Type="http://schemas.openxmlformats.org/officeDocument/2006/relationships/image" Target="../media/image1.png"/><Relationship Id="rId4" Type="http://schemas.openxmlformats.org/officeDocument/2006/relationships/image" Target="../media/image3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1.m4a"/><Relationship Id="rId1" Type="http://schemas.microsoft.com/office/2007/relationships/media" Target="../media/media41.m4a"/><Relationship Id="rId5" Type="http://schemas.openxmlformats.org/officeDocument/2006/relationships/image" Target="../media/image1.png"/><Relationship Id="rId4" Type="http://schemas.openxmlformats.org/officeDocument/2006/relationships/image" Target="../media/image3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2.m4a"/><Relationship Id="rId1" Type="http://schemas.microsoft.com/office/2007/relationships/media" Target="../media/media42.m4a"/><Relationship Id="rId6" Type="http://schemas.openxmlformats.org/officeDocument/2006/relationships/image" Target="../media/image1.png"/><Relationship Id="rId5" Type="http://schemas.openxmlformats.org/officeDocument/2006/relationships/image" Target="../media/image36.png"/><Relationship Id="rId4" Type="http://schemas.openxmlformats.org/officeDocument/2006/relationships/notesSlide" Target="../notesSlides/notesSlide10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43.m4a"/><Relationship Id="rId1" Type="http://schemas.microsoft.com/office/2007/relationships/media" Target="../media/media43.m4a"/><Relationship Id="rId4" Type="http://schemas.openxmlformats.org/officeDocument/2006/relationships/image" Target="../media/image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4.m4a"/><Relationship Id="rId1" Type="http://schemas.microsoft.com/office/2007/relationships/media" Target="../media/media44.m4a"/><Relationship Id="rId5" Type="http://schemas.openxmlformats.org/officeDocument/2006/relationships/image" Target="../media/image1.png"/><Relationship Id="rId4" Type="http://schemas.openxmlformats.org/officeDocument/2006/relationships/image" Target="../media/image3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5.m4a"/><Relationship Id="rId1" Type="http://schemas.microsoft.com/office/2007/relationships/media" Target="../media/media45.m4a"/><Relationship Id="rId5" Type="http://schemas.openxmlformats.org/officeDocument/2006/relationships/image" Target="../media/image1.png"/><Relationship Id="rId4" Type="http://schemas.openxmlformats.org/officeDocument/2006/relationships/image" Target="../media/image3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6.m4a"/><Relationship Id="rId1" Type="http://schemas.microsoft.com/office/2007/relationships/media" Target="../media/media46.m4a"/><Relationship Id="rId5" Type="http://schemas.openxmlformats.org/officeDocument/2006/relationships/image" Target="../media/image1.png"/><Relationship Id="rId4" Type="http://schemas.openxmlformats.org/officeDocument/2006/relationships/image" Target="../media/image39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7.m4a"/><Relationship Id="rId1" Type="http://schemas.microsoft.com/office/2007/relationships/media" Target="../media/media47.m4a"/><Relationship Id="rId5" Type="http://schemas.openxmlformats.org/officeDocument/2006/relationships/image" Target="../media/image1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09700" y="4276235"/>
            <a:ext cx="5238506" cy="11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l"/>
            <a:r>
              <a:rPr lang="en-CA" dirty="0"/>
              <a:t>Titre: </a:t>
            </a:r>
            <a:r>
              <a:rPr lang="en-CA" dirty="0" err="1"/>
              <a:t>Projet</a:t>
            </a:r>
            <a:r>
              <a:rPr lang="en-CA" dirty="0"/>
              <a:t> Final</a:t>
            </a:r>
          </a:p>
          <a:p>
            <a:pPr algn="l"/>
            <a:r>
              <a:rPr lang="en-CA" dirty="0"/>
              <a:t>Nom: MOULI MOUDIO Vanessa</a:t>
            </a:r>
            <a:endParaRPr lang="fr" dirty="0"/>
          </a:p>
        </p:txBody>
      </p:sp>
      <p:sp>
        <p:nvSpPr>
          <p:cNvPr id="12" name="TextBox 11"/>
          <p:cNvSpPr txBox="1"/>
          <p:nvPr/>
        </p:nvSpPr>
        <p:spPr>
          <a:xfrm>
            <a:off x="1409700" y="1828800"/>
            <a:ext cx="6324600" cy="579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 b="1">
                <a:solidFill>
                  <a:srgbClr val="17465B"/>
                </a:solidFill>
              </a:defRPr>
            </a:lvl1pPr>
          </a:lstStyle>
          <a:p>
            <a:pPr>
              <a:lnSpc>
                <a:spcPct val="150000"/>
              </a:lnSpc>
            </a:pPr>
            <a:r>
              <a:rPr lang="fr-CA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du projet</a:t>
            </a:r>
            <a:endParaRPr lang="fr-CA" sz="18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CF22CD8-65A4-D538-EA53-E43B27A827EF}"/>
              </a:ext>
            </a:extLst>
          </p:cNvPr>
          <p:cNvCxnSpPr/>
          <p:nvPr/>
        </p:nvCxnSpPr>
        <p:spPr>
          <a:xfrm>
            <a:off x="0" y="783421"/>
            <a:ext cx="9144000" cy="0"/>
          </a:xfrm>
          <a:prstGeom prst="line">
            <a:avLst/>
          </a:prstGeom>
          <a:ln w="38100">
            <a:solidFill>
              <a:srgbClr val="2651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2C04161-B9FF-A04A-822A-6BFB7CBAB426}"/>
              </a:ext>
            </a:extLst>
          </p:cNvPr>
          <p:cNvCxnSpPr/>
          <p:nvPr/>
        </p:nvCxnSpPr>
        <p:spPr>
          <a:xfrm>
            <a:off x="0" y="6248400"/>
            <a:ext cx="9144000" cy="0"/>
          </a:xfrm>
          <a:prstGeom prst="line">
            <a:avLst/>
          </a:prstGeom>
          <a:ln w="38100">
            <a:solidFill>
              <a:srgbClr val="2651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BB0FDA2F-0156-E426-FC1F-8F79C3A20F1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948234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574"/>
    </mc:Choice>
    <mc:Fallback xmlns="">
      <p:transition spd="slow" advTm="3257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877AA3-6A87-D210-1EA4-259391A77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0" y="6356349"/>
            <a:ext cx="1371600" cy="365125"/>
          </a:xfrm>
        </p:spPr>
        <p:txBody>
          <a:bodyPr/>
          <a:lstStyle/>
          <a:p>
            <a:r>
              <a:rPr lang="en-US"/>
              <a:t>Amir Ghasemi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66D6F6-0B9E-0CD2-F50D-D21D59022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DBABF-20A2-4052-B5E8-1E21107F7192}" type="slidenum">
              <a:rPr lang="en-US" smtClean="0"/>
              <a:t>2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B211060-A5F8-F521-327B-65DB3C1CA10F}"/>
              </a:ext>
            </a:extLst>
          </p:cNvPr>
          <p:cNvCxnSpPr/>
          <p:nvPr/>
        </p:nvCxnSpPr>
        <p:spPr>
          <a:xfrm>
            <a:off x="0" y="762000"/>
            <a:ext cx="9144000" cy="0"/>
          </a:xfrm>
          <a:prstGeom prst="line">
            <a:avLst/>
          </a:prstGeom>
          <a:ln w="38100">
            <a:solidFill>
              <a:srgbClr val="2651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6E2D436-E558-204B-F2C6-280F1622FDA9}"/>
              </a:ext>
            </a:extLst>
          </p:cNvPr>
          <p:cNvCxnSpPr/>
          <p:nvPr/>
        </p:nvCxnSpPr>
        <p:spPr>
          <a:xfrm>
            <a:off x="0" y="6248400"/>
            <a:ext cx="9144000" cy="0"/>
          </a:xfrm>
          <a:prstGeom prst="line">
            <a:avLst/>
          </a:prstGeom>
          <a:ln w="38100">
            <a:solidFill>
              <a:srgbClr val="2651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EEEE870-90DF-61A2-7FBA-E5447A3B1D83}"/>
              </a:ext>
            </a:extLst>
          </p:cNvPr>
          <p:cNvSpPr txBox="1"/>
          <p:nvPr/>
        </p:nvSpPr>
        <p:spPr>
          <a:xfrm>
            <a:off x="329837" y="1265998"/>
            <a:ext cx="8484326" cy="4601401"/>
          </a:xfrm>
          <a:prstGeom prst="rect">
            <a:avLst/>
          </a:prstGeom>
        </p:spPr>
        <p:txBody>
          <a:bodyPr/>
          <a:lstStyle>
            <a:defPPr>
              <a:defRPr lang="fr"/>
            </a:defPPr>
            <a:lvl1pPr lvl="0" indent="0" fontAlgn="base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None/>
              <a:defRPr sz="2400" kern="0">
                <a:solidFill>
                  <a:srgbClr val="000000"/>
                </a:solidFill>
                <a:latin typeface="Times New Roman" panose="02020603050405020304" pitchFamily="18" charset="0"/>
                <a:ea typeface="Segoe UI" pitchFamily="34" charset="0"/>
                <a:cs typeface="Times New Roman" panose="02020603050405020304" pitchFamily="18" charset="0"/>
              </a:defRPr>
            </a:lvl1pPr>
            <a:lvl2pPr marL="458788" lvl="1" indent="-169863" fontAlgn="base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80000"/>
              <a:buFont typeface="Arial" pitchFamily="34" charset="0"/>
              <a:buChar char="•"/>
              <a:defRPr sz="2400" kern="0">
                <a:solidFill>
                  <a:srgbClr val="000000"/>
                </a:solidFill>
                <a:latin typeface="Times New Roman" panose="02020603050405020304" pitchFamily="18" charset="0"/>
                <a:ea typeface="Segoe UI" pitchFamily="34" charset="0"/>
                <a:cs typeface="Times New Roman" panose="02020603050405020304" pitchFamily="18" charset="0"/>
              </a:defRPr>
            </a:lvl2pPr>
            <a:lvl3pPr marL="854075" lvl="2" indent="-173038" fontAlgn="base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80000"/>
              <a:buFont typeface="Arial" pitchFamily="34" charset="0"/>
              <a:buChar char="•"/>
              <a:defRPr sz="2000" kern="0">
                <a:solidFill>
                  <a:srgbClr val="000000"/>
                </a:solidFill>
                <a:latin typeface="Times New Roman" panose="02020603050405020304" pitchFamily="18" charset="0"/>
                <a:ea typeface="Segoe UI" pitchFamily="34" charset="0"/>
                <a:cs typeface="Times New Roman" panose="02020603050405020304" pitchFamily="18" charset="0"/>
              </a:defRPr>
            </a:lvl3pPr>
            <a:lvl4pPr marL="1254125" indent="-165100" fontAlgn="base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544638" indent="-168275" fontAlgn="base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001838" indent="-168275" fontAlgn="base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/>
            </a:lvl6pPr>
            <a:lvl7pPr marL="2459038" indent="-168275" fontAlgn="base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/>
            </a:lvl7pPr>
            <a:lvl8pPr marL="2916238" indent="-168275" fontAlgn="base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/>
            </a:lvl8pPr>
            <a:lvl9pPr marL="3373438" indent="-168275" fontAlgn="base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/>
            </a:lvl9pPr>
          </a:lstStyle>
          <a:p>
            <a:pPr algn="l">
              <a:lnSpc>
                <a:spcPct val="200000"/>
              </a:lnSpc>
            </a:pPr>
            <a:r>
              <a:rPr lang="fr-FR" sz="1600" b="1" i="0" dirty="0">
                <a:solidFill>
                  <a:srgbClr val="202124"/>
                </a:solidFill>
                <a:effectLst/>
              </a:rPr>
              <a:t>Comment préparer une présentation efficace:</a:t>
            </a:r>
            <a:endParaRPr lang="fr-FR" sz="1600" b="1" dirty="0">
              <a:solidFill>
                <a:srgbClr val="202124"/>
              </a:solidFill>
            </a:endParaRPr>
          </a:p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fr-FR" sz="1600" i="0" dirty="0">
                <a:solidFill>
                  <a:srgbClr val="202124"/>
                </a:solidFill>
                <a:effectLst/>
              </a:rPr>
              <a:t>Restez simple et organisez le temps pendant 10-15 minutes.</a:t>
            </a:r>
          </a:p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fr-FR" sz="1600" i="0" dirty="0">
                <a:solidFill>
                  <a:srgbClr val="202124"/>
                </a:solidFill>
                <a:effectLst/>
              </a:rPr>
              <a:t>Faites une brève </a:t>
            </a:r>
            <a:r>
              <a:rPr lang="fr-FR" sz="1600" b="1" i="0" dirty="0">
                <a:solidFill>
                  <a:srgbClr val="202124"/>
                </a:solidFill>
                <a:effectLst/>
              </a:rPr>
              <a:t>introduction</a:t>
            </a:r>
            <a:r>
              <a:rPr lang="fr-FR" sz="1600" i="0" dirty="0">
                <a:solidFill>
                  <a:srgbClr val="202124"/>
                </a:solidFill>
                <a:effectLst/>
              </a:rPr>
              <a:t> et expliquez ce que vous allez présenter et pourquoi.</a:t>
            </a:r>
          </a:p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fr-FR" sz="1600" i="0" dirty="0">
                <a:solidFill>
                  <a:srgbClr val="202124"/>
                </a:solidFill>
                <a:effectLst/>
              </a:rPr>
              <a:t>Créez une </a:t>
            </a:r>
            <a:r>
              <a:rPr lang="fr-FR" sz="1600" b="1" i="0" dirty="0">
                <a:solidFill>
                  <a:srgbClr val="202124"/>
                </a:solidFill>
                <a:effectLst/>
              </a:rPr>
              <a:t>structure</a:t>
            </a:r>
            <a:r>
              <a:rPr lang="fr-FR" sz="1600" i="0" dirty="0">
                <a:solidFill>
                  <a:srgbClr val="202124"/>
                </a:solidFill>
                <a:effectLst/>
              </a:rPr>
              <a:t> convaincante.</a:t>
            </a:r>
          </a:p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fr-FR" sz="1600" i="0" dirty="0">
                <a:solidFill>
                  <a:srgbClr val="202124"/>
                </a:solidFill>
                <a:effectLst/>
              </a:rPr>
              <a:t>Utiliser des aides visuelles ; chiffres, tableaux, vidéos, etc.</a:t>
            </a:r>
          </a:p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fr-FR" sz="1600" i="0" dirty="0">
                <a:solidFill>
                  <a:srgbClr val="202124"/>
                </a:solidFill>
                <a:effectLst/>
              </a:rPr>
              <a:t>Être au courant des techniques de conception et des tendances.</a:t>
            </a:r>
          </a:p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fr-FR" sz="1600" i="0" dirty="0">
                <a:solidFill>
                  <a:srgbClr val="202124"/>
                </a:solidFill>
                <a:effectLst/>
              </a:rPr>
              <a:t>Faire une </a:t>
            </a:r>
            <a:r>
              <a:rPr lang="fr-FR" sz="1600" b="1" i="0" dirty="0">
                <a:solidFill>
                  <a:srgbClr val="202124"/>
                </a:solidFill>
                <a:effectLst/>
              </a:rPr>
              <a:t>conclusion</a:t>
            </a:r>
            <a:r>
              <a:rPr lang="fr-FR" sz="1600" i="0" dirty="0">
                <a:solidFill>
                  <a:srgbClr val="202124"/>
                </a:solidFill>
                <a:effectLst/>
              </a:rPr>
              <a:t> appropriée.</a:t>
            </a:r>
            <a:endParaRPr lang="en-US" sz="1600" i="0" dirty="0">
              <a:solidFill>
                <a:srgbClr val="202124"/>
              </a:solidFill>
              <a:effectLst/>
            </a:endParaRPr>
          </a:p>
        </p:txBody>
      </p:sp>
      <p:pic>
        <p:nvPicPr>
          <p:cNvPr id="9" name="Audio 8">
            <a:hlinkClick r:id="" action="ppaction://media"/>
            <a:extLst>
              <a:ext uri="{FF2B5EF4-FFF2-40B4-BE49-F238E27FC236}">
                <a16:creationId xmlns:a16="http://schemas.microsoft.com/office/drawing/2014/main" id="{DD7D4655-6584-ACC6-5224-A1F0E59DA6A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61075" t="-161075" r="-161075" b="-1610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0361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23"/>
    </mc:Choice>
    <mc:Fallback xmlns="">
      <p:transition spd="slow" advTm="182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ECD920-27AA-E5FD-071B-3F85B0BF6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1- création des OU, des groupes, des utilisateurs</a:t>
            </a:r>
            <a:br>
              <a:rPr lang="fr-CA" dirty="0"/>
            </a:br>
            <a:br>
              <a:rPr lang="fr-CA" dirty="0"/>
            </a:br>
            <a:br>
              <a:rPr lang="fr-CA" dirty="0"/>
            </a:br>
            <a:br>
              <a:rPr lang="fr-CA" dirty="0"/>
            </a:br>
            <a:br>
              <a:rPr lang="fr-CA" dirty="0"/>
            </a:br>
            <a:r>
              <a:rPr lang="fr-CA" dirty="0"/>
              <a:t>Cette partie regroupe les questions 1,2,4 et 5.</a:t>
            </a:r>
            <a:br>
              <a:rPr lang="fr-CA" dirty="0"/>
            </a:br>
            <a:br>
              <a:rPr lang="fr-CA" dirty="0"/>
            </a:br>
            <a:r>
              <a:rPr lang="fr-CA" dirty="0"/>
              <a:t>veuillez lire les notes que j’ai écrit dans cliquez pour ajouter des notes. Merci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1CCCDC5-E2D8-31A5-B5F4-E00CB301D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" dirty="0"/>
              <a:t>Amir Ghasemi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7AE560B-D5F2-4339-A4E2-909A24118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DBABF-20A2-4052-B5E8-1E21107F7192}" type="slidenum">
              <a:rPr lang="en-US" smtClean="0"/>
              <a:t>3</a:t>
            </a:fld>
            <a:endParaRPr lang="en-US"/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D2A3840B-58CD-A4BD-D09A-BC5DB7FBBAA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61075" t="-161075" r="-161075" b="-1610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168153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433"/>
    </mc:Choice>
    <mc:Fallback xmlns="">
      <p:transition spd="slow" advTm="3543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877AA3-6A87-D210-1EA4-259391A77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0" y="6356349"/>
            <a:ext cx="1371600" cy="365125"/>
          </a:xfrm>
        </p:spPr>
        <p:txBody>
          <a:bodyPr/>
          <a:lstStyle/>
          <a:p>
            <a:r>
              <a:rPr lang="en-US"/>
              <a:t>Amir Ghasemi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66D6F6-0B9E-0CD2-F50D-D21D59022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DBABF-20A2-4052-B5E8-1E21107F7192}" type="slidenum">
              <a:rPr lang="en-US" smtClean="0"/>
              <a:t>4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B211060-A5F8-F521-327B-65DB3C1CA10F}"/>
              </a:ext>
            </a:extLst>
          </p:cNvPr>
          <p:cNvCxnSpPr/>
          <p:nvPr/>
        </p:nvCxnSpPr>
        <p:spPr>
          <a:xfrm>
            <a:off x="0" y="783421"/>
            <a:ext cx="9144000" cy="0"/>
          </a:xfrm>
          <a:prstGeom prst="line">
            <a:avLst/>
          </a:prstGeom>
          <a:ln w="38100">
            <a:solidFill>
              <a:srgbClr val="2651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6E2D436-E558-204B-F2C6-280F1622FDA9}"/>
              </a:ext>
            </a:extLst>
          </p:cNvPr>
          <p:cNvCxnSpPr/>
          <p:nvPr/>
        </p:nvCxnSpPr>
        <p:spPr>
          <a:xfrm>
            <a:off x="0" y="6248400"/>
            <a:ext cx="9144000" cy="0"/>
          </a:xfrm>
          <a:prstGeom prst="line">
            <a:avLst/>
          </a:prstGeom>
          <a:ln w="38100">
            <a:solidFill>
              <a:srgbClr val="2651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 10" descr="Une image contenant texte, capture d’écran, logiciel, affichage&#10;&#10;Description générée automatiquement">
            <a:extLst>
              <a:ext uri="{FF2B5EF4-FFF2-40B4-BE49-F238E27FC236}">
                <a16:creationId xmlns:a16="http://schemas.microsoft.com/office/drawing/2014/main" id="{0EBE31D0-FEED-6C43-DD2D-E57C7FB05F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6408"/>
            <a:ext cx="9144000" cy="6685183"/>
          </a:xfrm>
          <a:prstGeom prst="rect">
            <a:avLst/>
          </a:prstGeom>
        </p:spPr>
      </p:pic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D58D021E-753E-A398-FCC8-A01E9790DB1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61075" t="-161075" r="-161075" b="-1610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082900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22"/>
    </mc:Choice>
    <mc:Fallback xmlns="">
      <p:transition spd="slow" advTm="672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877AA3-6A87-D210-1EA4-259391A77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0" y="6356349"/>
            <a:ext cx="1371600" cy="365125"/>
          </a:xfrm>
        </p:spPr>
        <p:txBody>
          <a:bodyPr/>
          <a:lstStyle/>
          <a:p>
            <a:r>
              <a:rPr lang="en-US"/>
              <a:t>Amir Ghasemi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66D6F6-0B9E-0CD2-F50D-D21D59022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DBABF-20A2-4052-B5E8-1E21107F7192}" type="slidenum">
              <a:rPr lang="en-US" smtClean="0"/>
              <a:t>5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B211060-A5F8-F521-327B-65DB3C1CA10F}"/>
              </a:ext>
            </a:extLst>
          </p:cNvPr>
          <p:cNvCxnSpPr/>
          <p:nvPr/>
        </p:nvCxnSpPr>
        <p:spPr>
          <a:xfrm>
            <a:off x="0" y="783421"/>
            <a:ext cx="9144000" cy="0"/>
          </a:xfrm>
          <a:prstGeom prst="line">
            <a:avLst/>
          </a:prstGeom>
          <a:ln w="38100">
            <a:solidFill>
              <a:srgbClr val="2651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6E2D436-E558-204B-F2C6-280F1622FDA9}"/>
              </a:ext>
            </a:extLst>
          </p:cNvPr>
          <p:cNvCxnSpPr/>
          <p:nvPr/>
        </p:nvCxnSpPr>
        <p:spPr>
          <a:xfrm>
            <a:off x="0" y="6248400"/>
            <a:ext cx="9144000" cy="0"/>
          </a:xfrm>
          <a:prstGeom prst="line">
            <a:avLst/>
          </a:prstGeom>
          <a:ln w="38100">
            <a:solidFill>
              <a:srgbClr val="2651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e 8" descr="Une image contenant texte, capture d’écran, logiciel, affichage&#10;&#10;Description générée automatiquement">
            <a:extLst>
              <a:ext uri="{FF2B5EF4-FFF2-40B4-BE49-F238E27FC236}">
                <a16:creationId xmlns:a16="http://schemas.microsoft.com/office/drawing/2014/main" id="{5DB8DB53-F4A3-FFEE-88FA-277AD8990C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179"/>
            <a:ext cx="9144000" cy="6775642"/>
          </a:xfrm>
          <a:prstGeom prst="rect">
            <a:avLst/>
          </a:prstGeom>
        </p:spPr>
      </p:pic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7F21639D-3BEC-9048-1851-C1881D9E3AC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61075" t="-161075" r="-161075" b="-1610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00259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49"/>
    </mc:Choice>
    <mc:Fallback xmlns="">
      <p:transition spd="slow" advTm="404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877AA3-6A87-D210-1EA4-259391A77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0" y="6356349"/>
            <a:ext cx="1371600" cy="365125"/>
          </a:xfrm>
        </p:spPr>
        <p:txBody>
          <a:bodyPr/>
          <a:lstStyle/>
          <a:p>
            <a:r>
              <a:rPr lang="en-US"/>
              <a:t>Amir Ghasemi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66D6F6-0B9E-0CD2-F50D-D21D59022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DBABF-20A2-4052-B5E8-1E21107F7192}" type="slidenum">
              <a:rPr lang="en-US" smtClean="0"/>
              <a:t>6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B211060-A5F8-F521-327B-65DB3C1CA10F}"/>
              </a:ext>
            </a:extLst>
          </p:cNvPr>
          <p:cNvCxnSpPr/>
          <p:nvPr/>
        </p:nvCxnSpPr>
        <p:spPr>
          <a:xfrm>
            <a:off x="0" y="783421"/>
            <a:ext cx="9144000" cy="0"/>
          </a:xfrm>
          <a:prstGeom prst="line">
            <a:avLst/>
          </a:prstGeom>
          <a:ln w="38100">
            <a:solidFill>
              <a:srgbClr val="2651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6E2D436-E558-204B-F2C6-280F1622FDA9}"/>
              </a:ext>
            </a:extLst>
          </p:cNvPr>
          <p:cNvCxnSpPr/>
          <p:nvPr/>
        </p:nvCxnSpPr>
        <p:spPr>
          <a:xfrm>
            <a:off x="0" y="6248400"/>
            <a:ext cx="9144000" cy="0"/>
          </a:xfrm>
          <a:prstGeom prst="line">
            <a:avLst/>
          </a:prstGeom>
          <a:ln w="38100">
            <a:solidFill>
              <a:srgbClr val="2651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e 8" descr="Une image contenant texte, capture d’écran, logiciel, affichage&#10;&#10;Description générée automatiquement">
            <a:extLst>
              <a:ext uri="{FF2B5EF4-FFF2-40B4-BE49-F238E27FC236}">
                <a16:creationId xmlns:a16="http://schemas.microsoft.com/office/drawing/2014/main" id="{F39C1BA7-5911-454E-4F5B-DE2E5356A6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468"/>
            <a:ext cx="9144000" cy="6829064"/>
          </a:xfrm>
          <a:prstGeom prst="rect">
            <a:avLst/>
          </a:prstGeom>
        </p:spPr>
      </p:pic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28F0B578-4CE2-BC6E-1BAD-04EB50AEC3A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61075" t="-161075" r="-161075" b="-1610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507397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35"/>
    </mc:Choice>
    <mc:Fallback xmlns="">
      <p:transition spd="slow" advTm="303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877AA3-6A87-D210-1EA4-259391A77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0" y="6356349"/>
            <a:ext cx="1371600" cy="365125"/>
          </a:xfrm>
        </p:spPr>
        <p:txBody>
          <a:bodyPr/>
          <a:lstStyle/>
          <a:p>
            <a:r>
              <a:rPr lang="en-US"/>
              <a:t>Amir Ghasemi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66D6F6-0B9E-0CD2-F50D-D21D59022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DBABF-20A2-4052-B5E8-1E21107F7192}" type="slidenum">
              <a:rPr lang="en-US" smtClean="0"/>
              <a:t>7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B211060-A5F8-F521-327B-65DB3C1CA10F}"/>
              </a:ext>
            </a:extLst>
          </p:cNvPr>
          <p:cNvCxnSpPr/>
          <p:nvPr/>
        </p:nvCxnSpPr>
        <p:spPr>
          <a:xfrm>
            <a:off x="0" y="783421"/>
            <a:ext cx="9144000" cy="0"/>
          </a:xfrm>
          <a:prstGeom prst="line">
            <a:avLst/>
          </a:prstGeom>
          <a:ln w="38100">
            <a:solidFill>
              <a:srgbClr val="2651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6E2D436-E558-204B-F2C6-280F1622FDA9}"/>
              </a:ext>
            </a:extLst>
          </p:cNvPr>
          <p:cNvCxnSpPr/>
          <p:nvPr/>
        </p:nvCxnSpPr>
        <p:spPr>
          <a:xfrm>
            <a:off x="0" y="6248400"/>
            <a:ext cx="9144000" cy="0"/>
          </a:xfrm>
          <a:prstGeom prst="line">
            <a:avLst/>
          </a:prstGeom>
          <a:ln w="38100">
            <a:solidFill>
              <a:srgbClr val="2651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e 8" descr="Une image contenant texte, capture d’écran, logiciel, Icône d’ordinateur&#10;&#10;Description générée automatiquement">
            <a:extLst>
              <a:ext uri="{FF2B5EF4-FFF2-40B4-BE49-F238E27FC236}">
                <a16:creationId xmlns:a16="http://schemas.microsoft.com/office/drawing/2014/main" id="{229EE1BF-F0F2-BC87-8462-D13BE3E3AE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069"/>
            <a:ext cx="9144000" cy="6819862"/>
          </a:xfrm>
          <a:prstGeom prst="rect">
            <a:avLst/>
          </a:prstGeom>
        </p:spPr>
      </p:pic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9CE1FB75-3DC0-AEAF-DE62-DCA0C1EC38C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61075" t="-161075" r="-161075" b="-1610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720744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62"/>
    </mc:Choice>
    <mc:Fallback xmlns="">
      <p:transition spd="slow" advTm="346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877AA3-6A87-D210-1EA4-259391A77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0" y="6356349"/>
            <a:ext cx="1371600" cy="365125"/>
          </a:xfrm>
        </p:spPr>
        <p:txBody>
          <a:bodyPr/>
          <a:lstStyle/>
          <a:p>
            <a:r>
              <a:rPr lang="en-US"/>
              <a:t>Amir Ghasemi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66D6F6-0B9E-0CD2-F50D-D21D59022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DBABF-20A2-4052-B5E8-1E21107F7192}" type="slidenum">
              <a:rPr lang="en-US" smtClean="0"/>
              <a:t>8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B211060-A5F8-F521-327B-65DB3C1CA10F}"/>
              </a:ext>
            </a:extLst>
          </p:cNvPr>
          <p:cNvCxnSpPr/>
          <p:nvPr/>
        </p:nvCxnSpPr>
        <p:spPr>
          <a:xfrm>
            <a:off x="0" y="783421"/>
            <a:ext cx="9144000" cy="0"/>
          </a:xfrm>
          <a:prstGeom prst="line">
            <a:avLst/>
          </a:prstGeom>
          <a:ln w="38100">
            <a:solidFill>
              <a:srgbClr val="2651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6E2D436-E558-204B-F2C6-280F1622FDA9}"/>
              </a:ext>
            </a:extLst>
          </p:cNvPr>
          <p:cNvCxnSpPr/>
          <p:nvPr/>
        </p:nvCxnSpPr>
        <p:spPr>
          <a:xfrm>
            <a:off x="0" y="6248400"/>
            <a:ext cx="9144000" cy="0"/>
          </a:xfrm>
          <a:prstGeom prst="line">
            <a:avLst/>
          </a:prstGeom>
          <a:ln w="38100">
            <a:solidFill>
              <a:srgbClr val="2651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 7" descr="Une image contenant texte, capture d’écran, logiciel, Icône d’ordinateur&#10;&#10;Description générée automatiquement">
            <a:extLst>
              <a:ext uri="{FF2B5EF4-FFF2-40B4-BE49-F238E27FC236}">
                <a16:creationId xmlns:a16="http://schemas.microsoft.com/office/drawing/2014/main" id="{86BE64BE-AFCF-CD56-8192-9DF9E73D38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9979"/>
            <a:ext cx="9144000" cy="6718041"/>
          </a:xfrm>
          <a:prstGeom prst="rect">
            <a:avLst/>
          </a:prstGeom>
        </p:spPr>
      </p:pic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05E928E2-D858-E6E8-6D98-7A4F311F181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61075" t="-161075" r="-161075" b="-1610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55071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464"/>
    </mc:Choice>
    <mc:Fallback xmlns="">
      <p:transition spd="slow" advTm="164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877AA3-6A87-D210-1EA4-259391A77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0" y="6356349"/>
            <a:ext cx="1371600" cy="365125"/>
          </a:xfrm>
        </p:spPr>
        <p:txBody>
          <a:bodyPr/>
          <a:lstStyle/>
          <a:p>
            <a:r>
              <a:rPr lang="en-US"/>
              <a:t>Amir Ghasemi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66D6F6-0B9E-0CD2-F50D-D21D59022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DBABF-20A2-4052-B5E8-1E21107F7192}" type="slidenum">
              <a:rPr lang="en-US" smtClean="0"/>
              <a:t>9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B211060-A5F8-F521-327B-65DB3C1CA10F}"/>
              </a:ext>
            </a:extLst>
          </p:cNvPr>
          <p:cNvCxnSpPr/>
          <p:nvPr/>
        </p:nvCxnSpPr>
        <p:spPr>
          <a:xfrm>
            <a:off x="0" y="783421"/>
            <a:ext cx="9144000" cy="0"/>
          </a:xfrm>
          <a:prstGeom prst="line">
            <a:avLst/>
          </a:prstGeom>
          <a:ln w="38100">
            <a:solidFill>
              <a:srgbClr val="2651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6E2D436-E558-204B-F2C6-280F1622FDA9}"/>
              </a:ext>
            </a:extLst>
          </p:cNvPr>
          <p:cNvCxnSpPr/>
          <p:nvPr/>
        </p:nvCxnSpPr>
        <p:spPr>
          <a:xfrm>
            <a:off x="0" y="6248400"/>
            <a:ext cx="9144000" cy="0"/>
          </a:xfrm>
          <a:prstGeom prst="line">
            <a:avLst/>
          </a:prstGeom>
          <a:ln w="38100">
            <a:solidFill>
              <a:srgbClr val="2651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 9" descr="Une image contenant texte, capture d’écran, logiciel, Icône d’ordinateur&#10;&#10;Description générée automatiquement">
            <a:extLst>
              <a:ext uri="{FF2B5EF4-FFF2-40B4-BE49-F238E27FC236}">
                <a16:creationId xmlns:a16="http://schemas.microsoft.com/office/drawing/2014/main" id="{1AB86C0B-F90A-D7E3-BC50-6E7E338C1A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83" y="228153"/>
            <a:ext cx="9021434" cy="6401693"/>
          </a:xfrm>
          <a:prstGeom prst="rect">
            <a:avLst/>
          </a:prstGeom>
        </p:spPr>
      </p:pic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D8601370-25F2-A8B1-77C9-B1610BA5AC7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61075" t="-161075" r="-161075" b="-1610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848560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50"/>
    </mc:Choice>
    <mc:Fallback xmlns="">
      <p:transition spd="slow" advTm="16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877AA3-6A87-D210-1EA4-259391A77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0" y="6356349"/>
            <a:ext cx="1371600" cy="365125"/>
          </a:xfrm>
        </p:spPr>
        <p:txBody>
          <a:bodyPr/>
          <a:lstStyle/>
          <a:p>
            <a:r>
              <a:rPr lang="en-US"/>
              <a:t>Amir Ghasemi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66D6F6-0B9E-0CD2-F50D-D21D59022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DBABF-20A2-4052-B5E8-1E21107F7192}" type="slidenum">
              <a:rPr lang="en-US" smtClean="0"/>
              <a:t>10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B211060-A5F8-F521-327B-65DB3C1CA10F}"/>
              </a:ext>
            </a:extLst>
          </p:cNvPr>
          <p:cNvCxnSpPr/>
          <p:nvPr/>
        </p:nvCxnSpPr>
        <p:spPr>
          <a:xfrm>
            <a:off x="0" y="783421"/>
            <a:ext cx="9144000" cy="0"/>
          </a:xfrm>
          <a:prstGeom prst="line">
            <a:avLst/>
          </a:prstGeom>
          <a:ln w="38100">
            <a:solidFill>
              <a:srgbClr val="2651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6E2D436-E558-204B-F2C6-280F1622FDA9}"/>
              </a:ext>
            </a:extLst>
          </p:cNvPr>
          <p:cNvCxnSpPr/>
          <p:nvPr/>
        </p:nvCxnSpPr>
        <p:spPr>
          <a:xfrm>
            <a:off x="0" y="6248400"/>
            <a:ext cx="9144000" cy="0"/>
          </a:xfrm>
          <a:prstGeom prst="line">
            <a:avLst/>
          </a:prstGeom>
          <a:ln w="38100">
            <a:solidFill>
              <a:srgbClr val="2651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 7" descr="Une image contenant texte, logiciel, Icône d’ordinateur, Page web&#10;&#10;Description générée automatiquement">
            <a:extLst>
              <a:ext uri="{FF2B5EF4-FFF2-40B4-BE49-F238E27FC236}">
                <a16:creationId xmlns:a16="http://schemas.microsoft.com/office/drawing/2014/main" id="{BB72178D-9D42-1C19-D875-F4BBE8A266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2" y="0"/>
            <a:ext cx="9105655" cy="6858000"/>
          </a:xfrm>
          <a:prstGeom prst="rect">
            <a:avLst/>
          </a:prstGeom>
        </p:spPr>
      </p:pic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0A6C3A12-6B39-E5DA-F62F-6E452D45859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61075" t="-161075" r="-161075" b="-1610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936806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336"/>
    </mc:Choice>
    <mc:Fallback xmlns="">
      <p:transition spd="slow" advTm="933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06D69F-932B-58CB-A8E2-C8EF44036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3- On va attribuer les heures de connexion aux utilisateurs crées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DC933C4-CD2D-A792-D8A0-2780D2C6D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"/>
              <a:t>Amir Ghasemi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C8716B5-9A87-214E-D1BD-B4B55CFEF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DBABF-20A2-4052-B5E8-1E21107F7192}" type="slidenum">
              <a:rPr lang="en-US" smtClean="0"/>
              <a:t>11</a:t>
            </a:fld>
            <a:endParaRPr lang="en-US"/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13873A67-84C7-DACB-C699-A742F0F31BE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61075" t="-161075" r="-161075" b="-1610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945687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76"/>
    </mc:Choice>
    <mc:Fallback xmlns="">
      <p:transition spd="slow" advTm="267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652E67-E396-0CA8-83E3-CCE48239E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EE65C6D-776B-BD37-869C-161ECBD8B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"/>
              <a:t>Amir Ghasemi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EE91E5E-5843-D20D-A76C-F8361DD4D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DBABF-20A2-4052-B5E8-1E21107F7192}" type="slidenum">
              <a:rPr lang="en-US" smtClean="0"/>
              <a:t>12</a:t>
            </a:fld>
            <a:endParaRPr lang="en-US"/>
          </a:p>
        </p:txBody>
      </p:sp>
      <p:pic>
        <p:nvPicPr>
          <p:cNvPr id="6" name="Image 5" descr="Une image contenant texte, capture d’écran, diagramme, nombre">
            <a:extLst>
              <a:ext uri="{FF2B5EF4-FFF2-40B4-BE49-F238E27FC236}">
                <a16:creationId xmlns:a16="http://schemas.microsoft.com/office/drawing/2014/main" id="{0524E429-8AC4-3CC6-4390-086F28EBB7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922" y="451512"/>
            <a:ext cx="6347714" cy="4492175"/>
          </a:xfrm>
          <a:prstGeom prst="rect">
            <a:avLst/>
          </a:prstGeom>
        </p:spPr>
      </p:pic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3B8B23A8-6644-4CEC-56F3-C8C4F12A5A8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107826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901"/>
    </mc:Choice>
    <mc:Fallback xmlns="">
      <p:transition spd="slow" advTm="690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4FAD8021-7280-A6B1-D6B3-6F94B9B2B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"/>
              <a:t>Amir Ghasemi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2C1EF69-B14F-31F6-CE91-3B4A705B0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DBABF-20A2-4052-B5E8-1E21107F7192}" type="slidenum">
              <a:rPr lang="en-US" smtClean="0"/>
              <a:t>13</a:t>
            </a:fld>
            <a:endParaRPr lang="en-US"/>
          </a:p>
        </p:txBody>
      </p:sp>
      <p:pic>
        <p:nvPicPr>
          <p:cNvPr id="5" name="Image 4" descr="Une image contenant texte, capture d’écran, diagramme, affichage&#10;&#10;Description générée automatiquement">
            <a:extLst>
              <a:ext uri="{FF2B5EF4-FFF2-40B4-BE49-F238E27FC236}">
                <a16:creationId xmlns:a16="http://schemas.microsoft.com/office/drawing/2014/main" id="{C7A173FB-07E2-4098-EC03-9748B6767B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914400"/>
            <a:ext cx="5577230" cy="4081681"/>
          </a:xfrm>
          <a:prstGeom prst="rect">
            <a:avLst/>
          </a:prstGeom>
        </p:spPr>
      </p:pic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1DAA2143-D92F-A9FB-7B23-CD2B3806995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368689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39"/>
    </mc:Choice>
    <mc:Fallback xmlns="">
      <p:transition spd="slow" advTm="193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09EB862C-4C49-99B2-15AA-DCF443354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"/>
              <a:t>Amir Ghasemi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3944C79-1456-D30B-E13E-4021F7B1A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DBABF-20A2-4052-B5E8-1E21107F7192}" type="slidenum">
              <a:rPr lang="en-US" smtClean="0"/>
              <a:t>14</a:t>
            </a:fld>
            <a:endParaRPr lang="en-US"/>
          </a:p>
        </p:txBody>
      </p:sp>
      <p:pic>
        <p:nvPicPr>
          <p:cNvPr id="5" name="Image 4" descr="Une image contenant texte, capture d’écran, affichage, nombre&#10;&#10;Description générée automatiquement">
            <a:extLst>
              <a:ext uri="{FF2B5EF4-FFF2-40B4-BE49-F238E27FC236}">
                <a16:creationId xmlns:a16="http://schemas.microsoft.com/office/drawing/2014/main" id="{14318C53-7A3A-0337-52B3-74A1A3631B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838201"/>
            <a:ext cx="5272430" cy="4172170"/>
          </a:xfrm>
          <a:prstGeom prst="rect">
            <a:avLst/>
          </a:prstGeom>
        </p:spPr>
      </p:pic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3FFCA65F-1065-AB6B-705E-0488CD3839F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485937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24"/>
    </mc:Choice>
    <mc:Fallback xmlns="">
      <p:transition spd="slow" advTm="392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56D953-4296-60E5-4C3D-126737DA8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6. Créer un (GPO Nom: </a:t>
            </a:r>
            <a:r>
              <a:rPr lang="fr-CA" dirty="0" err="1"/>
              <a:t>VotreNomProjetGPOChangeWallpaper</a:t>
            </a:r>
            <a:r>
              <a:rPr lang="fr-CA" dirty="0"/>
              <a:t>) cela modifie le fond d’écran de Windows 10 et le relie au domaine.</a:t>
            </a:r>
            <a:br>
              <a:rPr lang="fr-CA" dirty="0"/>
            </a:br>
            <a:endParaRPr lang="fr-CA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864BCAF-44C2-CA1C-CE07-D3ECF824B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"/>
              <a:t>Amir Ghasemi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F22FC96-9E9D-ADAD-D717-8308E94BE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DBABF-20A2-4052-B5E8-1E21107F7192}" type="slidenum">
              <a:rPr lang="en-US" smtClean="0"/>
              <a:t>15</a:t>
            </a:fld>
            <a:endParaRPr lang="en-US"/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48599980-6115-F227-942A-B244ADAB18A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61075" t="-161075" r="-161075" b="-1610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827257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641"/>
    </mc:Choice>
    <mc:Fallback xmlns="">
      <p:transition spd="slow" advTm="1464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2024A847-08A5-CBD4-DF3F-D5668CF82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"/>
              <a:t>Amir Ghasemi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73F307D-1888-3AA7-C213-76A94849E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DBABF-20A2-4052-B5E8-1E21107F7192}" type="slidenum">
              <a:rPr lang="en-US" smtClean="0"/>
              <a:t>16</a:t>
            </a:fld>
            <a:endParaRPr lang="en-US"/>
          </a:p>
        </p:txBody>
      </p:sp>
      <p:pic>
        <p:nvPicPr>
          <p:cNvPr id="5" name="Image 4" descr="Une image contenant texte, Appareils électroniques, capture d’écran, logiciel&#10;&#10;Description générée automatiquement">
            <a:extLst>
              <a:ext uri="{FF2B5EF4-FFF2-40B4-BE49-F238E27FC236}">
                <a16:creationId xmlns:a16="http://schemas.microsoft.com/office/drawing/2014/main" id="{B9B20E38-9ACC-1852-A8CF-D179C2FDD3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8681" y="1033128"/>
            <a:ext cx="3486637" cy="4791744"/>
          </a:xfrm>
          <a:prstGeom prst="rect">
            <a:avLst/>
          </a:prstGeom>
        </p:spPr>
      </p:pic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E08BF8DB-3F69-BD1B-470C-5788217DF21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61075" t="-161075" r="-161075" b="-1610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354376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098"/>
    </mc:Choice>
    <mc:Fallback xmlns="">
      <p:transition spd="slow" advTm="1909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0B9850-B2E6-EC04-D28E-CDDA5D04B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J’ai attribué des permissions et aller télécharger une image</a:t>
            </a:r>
          </a:p>
        </p:txBody>
      </p:sp>
      <p:pic>
        <p:nvPicPr>
          <p:cNvPr id="8" name="Espace réservé du contenu 7" descr="Une image contenant texte, logiciel, capture d’écran, ordinateur&#10;&#10;Description générée automatiquement">
            <a:extLst>
              <a:ext uri="{FF2B5EF4-FFF2-40B4-BE49-F238E27FC236}">
                <a16:creationId xmlns:a16="http://schemas.microsoft.com/office/drawing/2014/main" id="{13D91E67-B506-A8B1-2A54-F57C7B69F47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2133600"/>
            <a:ext cx="3544888" cy="4495800"/>
          </a:xfrm>
        </p:spPr>
      </p:pic>
      <p:pic>
        <p:nvPicPr>
          <p:cNvPr id="10" name="Espace réservé du contenu 9" descr="Une image contenant texte, capture d’écran, logiciel, Page web&#10;&#10;Description générée automatiquement">
            <a:extLst>
              <a:ext uri="{FF2B5EF4-FFF2-40B4-BE49-F238E27FC236}">
                <a16:creationId xmlns:a16="http://schemas.microsoft.com/office/drawing/2014/main" id="{A6C6C0D8-77FC-E142-5013-5347B75A362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8738" y="2133600"/>
            <a:ext cx="3544888" cy="3134034"/>
          </a:xfrm>
        </p:spPr>
      </p:pic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0E2E2A9-9F48-BC0A-12F4-DBA66F31D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"/>
              <a:t>Amir Ghasemi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536CF27-5A2E-0B50-DE03-1ED532F4B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DBABF-20A2-4052-B5E8-1E21107F7192}" type="slidenum">
              <a:rPr lang="en-US" smtClean="0"/>
              <a:t>17</a:t>
            </a:fld>
            <a:endParaRPr lang="en-US"/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FDFC23B5-D580-CA8F-8592-AA093F761C4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61075" t="-161075" r="-161075" b="-1610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543868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453"/>
    </mc:Choice>
    <mc:Fallback xmlns="">
      <p:transition spd="slow" advTm="845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51AE3D-F732-985C-FC7E-2A5C0B600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J’ai lié le GPO à l’OU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108A70F-2E7E-3D00-85A6-5907DA322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"/>
              <a:t>Amir Ghasemi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0A8D93C-2881-5EEF-C8DA-352D67FFF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DBABF-20A2-4052-B5E8-1E21107F7192}" type="slidenum">
              <a:rPr lang="en-US" smtClean="0"/>
              <a:t>18</a:t>
            </a:fld>
            <a:endParaRPr lang="en-US"/>
          </a:p>
        </p:txBody>
      </p:sp>
      <p:pic>
        <p:nvPicPr>
          <p:cNvPr id="11" name="Espace réservé du contenu 10" descr="Une image contenant texte, capture d’écran, logiciel, affichage&#10;&#10;Description générée automatiquement">
            <a:extLst>
              <a:ext uri="{FF2B5EF4-FFF2-40B4-BE49-F238E27FC236}">
                <a16:creationId xmlns:a16="http://schemas.microsoft.com/office/drawing/2014/main" id="{7AEAB462-4077-4AD1-46E8-9F3ED51E33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439" y="2160588"/>
            <a:ext cx="5234734" cy="3881437"/>
          </a:xfrm>
        </p:spPr>
      </p:pic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3104C096-B8D6-A0EE-1AB5-61B9EDD1A93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864967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10"/>
    </mc:Choice>
    <mc:Fallback xmlns="">
      <p:transition spd="slow" advTm="551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E77A04-2DEB-C503-B29C-B6B764DE0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J’ai attribué l’utilisateur1 à l’OU car c’est le seul utilisateur j’avais attribué le contrôle total au départ.</a:t>
            </a:r>
          </a:p>
        </p:txBody>
      </p:sp>
      <p:pic>
        <p:nvPicPr>
          <p:cNvPr id="7" name="Espace réservé du contenu 6" descr="Une image contenant texte, capture d’écran, logiciel, affichage&#10;&#10;Description générée automatiquement">
            <a:extLst>
              <a:ext uri="{FF2B5EF4-FFF2-40B4-BE49-F238E27FC236}">
                <a16:creationId xmlns:a16="http://schemas.microsoft.com/office/drawing/2014/main" id="{E7134AFF-7B2E-57DC-54B4-90D8414E5A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404" y="2743200"/>
            <a:ext cx="5206805" cy="3810000"/>
          </a:xfr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1750F39-D19E-3EA1-8010-DA728694A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"/>
              <a:t>Amir Ghasemi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05AC385-9720-163F-2812-A63B333DD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DBABF-20A2-4052-B5E8-1E21107F7192}" type="slidenum">
              <a:rPr lang="en-US" smtClean="0"/>
              <a:t>19</a:t>
            </a:fld>
            <a:endParaRPr lang="en-US"/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EC8E145E-7433-D389-C21D-8CA22F7F97B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388742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239"/>
    </mc:Choice>
    <mc:Fallback xmlns="">
      <p:transition spd="slow" advTm="2723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2F7C34-4605-731D-4ABF-A9E42722A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L’écran de ma machine server a changé</a:t>
            </a: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6C918538-B6A2-EDEA-94D0-7179B7208F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930400"/>
            <a:ext cx="5152642" cy="4111625"/>
          </a:xfr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D9C7619-80CC-14A8-A2DE-EEA444D08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"/>
              <a:t>Amir Ghasemi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620F88C-4568-6004-821E-AAA2B4BDE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DBABF-20A2-4052-B5E8-1E21107F7192}" type="slidenum">
              <a:rPr lang="en-US" smtClean="0"/>
              <a:t>20</a:t>
            </a:fld>
            <a:endParaRPr lang="en-US"/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BA4B2415-55D4-50DF-0517-5A5CDC2CB7C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005762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79"/>
    </mc:Choice>
    <mc:Fallback xmlns="">
      <p:transition spd="slow" advTm="567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51DF75-44C5-8D8A-B552-7AD7E93D1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Ici c’est mon </a:t>
            </a:r>
            <a:r>
              <a:rPr lang="fr-CA" dirty="0" err="1"/>
              <a:t>windows</a:t>
            </a:r>
            <a:r>
              <a:rPr lang="fr-CA" dirty="0"/>
              <a:t> 10 l’écran a aussi changé</a:t>
            </a:r>
          </a:p>
        </p:txBody>
      </p:sp>
      <p:pic>
        <p:nvPicPr>
          <p:cNvPr id="7" name="Espace réservé du contenu 6" descr="Une image contenant paysage, arbre, texte, région sauvage&#10;&#10;Description générée automatiquement">
            <a:extLst>
              <a:ext uri="{FF2B5EF4-FFF2-40B4-BE49-F238E27FC236}">
                <a16:creationId xmlns:a16="http://schemas.microsoft.com/office/drawing/2014/main" id="{7250BB59-EA42-8C28-9177-EC556F53E0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1" y="1828800"/>
            <a:ext cx="5032054" cy="4213225"/>
          </a:xfr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41D1E1B-CCAE-3BA9-13FD-876AAEEB3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"/>
              <a:t>Amir Ghasemi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042BD93-CAD2-34A3-E26C-05D274C8E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DBABF-20A2-4052-B5E8-1E21107F7192}" type="slidenum">
              <a:rPr lang="en-US" smtClean="0"/>
              <a:t>21</a:t>
            </a:fld>
            <a:endParaRPr lang="en-US"/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CFE0CB07-3FB2-363D-B609-9D39B13BF79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073374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030"/>
    </mc:Choice>
    <mc:Fallback xmlns="">
      <p:transition spd="slow" advTm="903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631BBF-5F8C-69CD-F430-783983E65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J’ai créé le GPO directement sur l’OU demandé</a:t>
            </a:r>
          </a:p>
        </p:txBody>
      </p:sp>
      <p:pic>
        <p:nvPicPr>
          <p:cNvPr id="7" name="Espace réservé du contenu 6" descr="Une image contenant texte, capture d’écran, logiciel, Icône d’ordinateur&#10;&#10;Description générée automatiquement">
            <a:extLst>
              <a:ext uri="{FF2B5EF4-FFF2-40B4-BE49-F238E27FC236}">
                <a16:creationId xmlns:a16="http://schemas.microsoft.com/office/drawing/2014/main" id="{E0DFF414-FBBE-E156-4A16-F3FC7E3011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177" y="2160588"/>
            <a:ext cx="5077258" cy="3881437"/>
          </a:xfr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30A2C64-D82B-3A32-9550-0D5756639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"/>
              <a:t>Amir Ghasemi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5304D96-3253-E4A6-44C6-D03604166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DBABF-20A2-4052-B5E8-1E21107F7192}" type="slidenum">
              <a:rPr lang="en-US" smtClean="0"/>
              <a:t>22</a:t>
            </a:fld>
            <a:endParaRPr lang="en-US"/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6DC4A531-8EBE-C133-8564-F891B0BF049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761200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428"/>
    </mc:Choice>
    <mc:Fallback xmlns="">
      <p:transition spd="slow" advTm="2942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7D8540-E1AB-4ECA-CA23-285439B75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Le GPO est créé</a:t>
            </a:r>
          </a:p>
        </p:txBody>
      </p:sp>
      <p:pic>
        <p:nvPicPr>
          <p:cNvPr id="7" name="Espace réservé du contenu 6" descr="Une image contenant texte, capture d’écran, affichage, logiciel&#10;&#10;Description générée automatiquement">
            <a:extLst>
              <a:ext uri="{FF2B5EF4-FFF2-40B4-BE49-F238E27FC236}">
                <a16:creationId xmlns:a16="http://schemas.microsoft.com/office/drawing/2014/main" id="{6606159A-10AF-E7F9-7255-72F61519C8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90" y="2160588"/>
            <a:ext cx="6043433" cy="3881437"/>
          </a:xfr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B887EAB-F5C7-0D56-BB86-BCD509B78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"/>
              <a:t>Amir Ghasemi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B442584-DED0-EE0B-A298-ADDB930EB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DBABF-20A2-4052-B5E8-1E21107F7192}" type="slidenum">
              <a:rPr lang="en-US" smtClean="0"/>
              <a:t>23</a:t>
            </a:fld>
            <a:endParaRPr lang="en-US"/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AA9A980B-178A-A48A-5D74-A04DF7C6EA4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657690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481"/>
    </mc:Choice>
    <mc:Fallback xmlns="">
      <p:transition spd="slow" advTm="448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0DAFCE-6BB5-0C0E-B955-8BD014485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Ici j’ai sélectionné le GPO pour appliquer la stratégie</a:t>
            </a:r>
          </a:p>
        </p:txBody>
      </p:sp>
      <p:pic>
        <p:nvPicPr>
          <p:cNvPr id="7" name="Espace réservé du contenu 6" descr="Une image contenant texte, capture d’écran, logiciel, nombre&#10;&#10;Description générée automatiquement">
            <a:extLst>
              <a:ext uri="{FF2B5EF4-FFF2-40B4-BE49-F238E27FC236}">
                <a16:creationId xmlns:a16="http://schemas.microsoft.com/office/drawing/2014/main" id="{4C9461ED-BD2C-C7C1-E0C7-DD827FE09F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761" y="2160588"/>
            <a:ext cx="5988090" cy="3881437"/>
          </a:xfr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52E2440-6B2C-3CAA-114B-1B7010417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"/>
              <a:t>Amir Ghasemi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0048A0C-ADBB-939D-6F7D-E7A30C818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DBABF-20A2-4052-B5E8-1E21107F7192}" type="slidenum">
              <a:rPr lang="en-US" smtClean="0"/>
              <a:t>24</a:t>
            </a:fld>
            <a:endParaRPr lang="en-US"/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91738D8E-9E5D-A12E-AA05-90E7F3CB57B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718318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955"/>
    </mc:Choice>
    <mc:Fallback xmlns="">
      <p:transition spd="slow" advTm="4895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1C17D2-0701-00CD-BEE8-7C3346C0C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J’ai fait </a:t>
            </a:r>
            <a:r>
              <a:rPr lang="fr-CA" dirty="0" err="1"/>
              <a:t>enabled</a:t>
            </a:r>
            <a:r>
              <a:rPr lang="fr-CA" dirty="0"/>
              <a:t> , </a:t>
            </a:r>
            <a:r>
              <a:rPr lang="fr-CA" dirty="0" err="1"/>
              <a:t>apply</a:t>
            </a:r>
            <a:r>
              <a:rPr lang="fr-CA" dirty="0"/>
              <a:t> puis OK</a:t>
            </a:r>
          </a:p>
        </p:txBody>
      </p:sp>
      <p:pic>
        <p:nvPicPr>
          <p:cNvPr id="7" name="Espace réservé du contenu 6" descr="Une image contenant texte, capture d’écran, affichage, logiciel&#10;&#10;Description générée automatiquement">
            <a:extLst>
              <a:ext uri="{FF2B5EF4-FFF2-40B4-BE49-F238E27FC236}">
                <a16:creationId xmlns:a16="http://schemas.microsoft.com/office/drawing/2014/main" id="{C9A6BD3C-8C11-4B49-4EC1-A21B4F2B9E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427" y="2160588"/>
            <a:ext cx="4304758" cy="3881437"/>
          </a:xfr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F7BA247-E19C-3636-459C-4A65005BB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"/>
              <a:t>Amir Ghasemi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EF1A970-F340-AC7A-7658-64C80E577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DBABF-20A2-4052-B5E8-1E21107F7192}" type="slidenum">
              <a:rPr lang="en-US" smtClean="0"/>
              <a:t>25</a:t>
            </a:fld>
            <a:endParaRPr lang="en-US"/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AC1F5C00-B029-B4F7-EE5D-41B266F9C18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028739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219"/>
    </mc:Choice>
    <mc:Fallback xmlns="">
      <p:transition spd="slow" advTm="1221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35A333-A69A-2ADC-0B7F-1DC792ABF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Je suis allé forcer la mise à jour dans </a:t>
            </a:r>
            <a:r>
              <a:rPr lang="fr-CA" dirty="0" err="1"/>
              <a:t>powerShell</a:t>
            </a:r>
            <a:r>
              <a:rPr lang="fr-CA" dirty="0"/>
              <a:t> </a:t>
            </a: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C19C4DB4-02FF-8277-1E5A-DC76578D92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386" y="2160588"/>
            <a:ext cx="5860840" cy="3881437"/>
          </a:xfr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F6C6841-08F4-9B93-2EAC-76593E3C5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"/>
              <a:t>Amir Ghasemi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20414F7-FF1F-D7DE-E51A-DB396CA6B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DBABF-20A2-4052-B5E8-1E21107F7192}" type="slidenum">
              <a:rPr lang="en-US" smtClean="0"/>
              <a:t>26</a:t>
            </a:fld>
            <a:endParaRPr lang="en-US"/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38411CB2-A1F4-DB65-36DD-192953B15EE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669307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18"/>
    </mc:Choice>
    <mc:Fallback xmlns="">
      <p:transition spd="slow" advTm="551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003922-5D05-2456-89DE-8402FCE3B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Ici on voit que l’utilisateur 3 est dans le GPO créé</a:t>
            </a:r>
          </a:p>
        </p:txBody>
      </p:sp>
      <p:pic>
        <p:nvPicPr>
          <p:cNvPr id="7" name="Espace réservé du contenu 6" descr="Une image contenant texte, capture d’écran, logiciel, nombre&#10;&#10;Description générée automatiquement">
            <a:extLst>
              <a:ext uri="{FF2B5EF4-FFF2-40B4-BE49-F238E27FC236}">
                <a16:creationId xmlns:a16="http://schemas.microsoft.com/office/drawing/2014/main" id="{91C9CB37-5402-B294-C02E-7F6477D6A5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676" y="2160588"/>
            <a:ext cx="5872260" cy="3881437"/>
          </a:xfr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654DF2C-944A-30A8-A5A7-997A6DE44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"/>
              <a:t>Amir Ghasemi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0A3386F-91DC-C355-A60D-B36769D83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DBABF-20A2-4052-B5E8-1E21107F7192}" type="slidenum">
              <a:rPr lang="en-US" smtClean="0"/>
              <a:t>27</a:t>
            </a:fld>
            <a:endParaRPr lang="en-US"/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A834CF99-E3AF-F102-3533-D52A598F963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065137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284"/>
    </mc:Choice>
    <mc:Fallback xmlns="">
      <p:transition spd="slow" advTm="1328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012779-5A5F-CD8C-D97D-A2C262B1A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8. </a:t>
            </a:r>
            <a:r>
              <a:rPr lang="en-US" dirty="0" err="1"/>
              <a:t>Créer</a:t>
            </a:r>
            <a:r>
              <a:rPr lang="en-US" dirty="0"/>
              <a:t> un GPO (GPO Nom: </a:t>
            </a:r>
            <a:r>
              <a:rPr lang="en-US" dirty="0" err="1"/>
              <a:t>VotreNomProjetGPODisable</a:t>
            </a:r>
            <a:r>
              <a:rPr lang="en-US" dirty="0"/>
              <a:t>) that server manager for User2 and link it to the OU2.  </a:t>
            </a:r>
            <a:endParaRPr lang="fr-CA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83C6C8A-7979-6BC7-F14D-892E2C610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"/>
              <a:t>Amir Ghasemi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4EC1225-F2FA-D73B-15D6-708CC5E11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DBABF-20A2-4052-B5E8-1E21107F7192}" type="slidenum">
              <a:rPr lang="en-US" smtClean="0"/>
              <a:t>28</a:t>
            </a:fld>
            <a:endParaRPr lang="en-US"/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329CCCA0-5288-2171-F3CD-4930065651A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61075" t="-161075" r="-161075" b="-1610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588265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89"/>
    </mc:Choice>
    <mc:Fallback xmlns="">
      <p:transition spd="slow" advTm="678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CD7DB1-D854-DB4F-2379-4CA3A4EFB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Création du GPO </a:t>
            </a:r>
            <a:r>
              <a:rPr lang="fr-CA" dirty="0" err="1"/>
              <a:t>VanessaProjetGPODisable</a:t>
            </a:r>
            <a:endParaRPr lang="fr-CA" dirty="0"/>
          </a:p>
        </p:txBody>
      </p:sp>
      <p:pic>
        <p:nvPicPr>
          <p:cNvPr id="7" name="Espace réservé du contenu 6" descr="Une image contenant texte, capture d’écran, logiciel, Icône d’ordinateur&#10;&#10;Description générée automatiquement">
            <a:extLst>
              <a:ext uri="{FF2B5EF4-FFF2-40B4-BE49-F238E27FC236}">
                <a16:creationId xmlns:a16="http://schemas.microsoft.com/office/drawing/2014/main" id="{5BF3E55F-A03D-D7A6-7098-CDFF8F2790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357" y="2160588"/>
            <a:ext cx="6112899" cy="3881437"/>
          </a:xfr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13A8A82-7153-FDA4-F1BC-C23D9B9A0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"/>
              <a:t>Amir Ghasemi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68BB966-4C03-DAE7-262F-29A75A79D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DBABF-20A2-4052-B5E8-1E21107F7192}" type="slidenum">
              <a:rPr lang="en-US" smtClean="0"/>
              <a:t>29</a:t>
            </a:fld>
            <a:endParaRPr lang="en-US"/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330011CA-1904-08F9-0349-C07A4196586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120465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58"/>
    </mc:Choice>
    <mc:Fallback xmlns="">
      <p:transition spd="slow" advTm="645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DBC48E-C182-0903-12C0-550566ECA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Le GPO est créé et j’ai ajouté l’utilisateur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4FCCCA2-0499-941E-4004-2E0BC3469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"/>
              <a:t>Amir Ghasemi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3CC0F88-4EE5-C550-B76A-71D61512D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DBABF-20A2-4052-B5E8-1E21107F7192}" type="slidenum">
              <a:rPr lang="en-US" smtClean="0"/>
              <a:t>30</a:t>
            </a:fld>
            <a:endParaRPr lang="en-US"/>
          </a:p>
        </p:txBody>
      </p:sp>
      <p:pic>
        <p:nvPicPr>
          <p:cNvPr id="11" name="Espace réservé du contenu 10" descr="Une image contenant texte, capture d’écran, logiciel, nombre&#10;&#10;Description générée automatiquement">
            <a:extLst>
              <a:ext uri="{FF2B5EF4-FFF2-40B4-BE49-F238E27FC236}">
                <a16:creationId xmlns:a16="http://schemas.microsoft.com/office/drawing/2014/main" id="{9CD8EDF4-560E-7586-0B08-116BFC51FA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775" y="2160588"/>
            <a:ext cx="6032062" cy="3881437"/>
          </a:xfrm>
        </p:spPr>
      </p:pic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5AD43E8F-25C6-169D-1119-C856E45B281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335670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67"/>
    </mc:Choice>
    <mc:Fallback xmlns="">
      <p:transition spd="slow" advTm="336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5AC390-DE29-0A1A-7CAD-D933F5FCB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Je le liais à l’OU demandé</a:t>
            </a:r>
          </a:p>
        </p:txBody>
      </p:sp>
      <p:pic>
        <p:nvPicPr>
          <p:cNvPr id="7" name="Espace réservé du contenu 6" descr="Une image contenant texte, capture d’écran, logiciel, affichage&#10;&#10;Description générée automatiquement">
            <a:extLst>
              <a:ext uri="{FF2B5EF4-FFF2-40B4-BE49-F238E27FC236}">
                <a16:creationId xmlns:a16="http://schemas.microsoft.com/office/drawing/2014/main" id="{AA85B2DF-A181-7BA9-B39E-1B55EDEC37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97" y="2160588"/>
            <a:ext cx="6094219" cy="3881437"/>
          </a:xfr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3373ED6-BC97-FD42-7F41-2916038BD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"/>
              <a:t>Amir Ghasemi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FAEBF48-1E6B-BE07-7356-3A49F8E79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DBABF-20A2-4052-B5E8-1E21107F7192}" type="slidenum">
              <a:rPr lang="en-US" smtClean="0"/>
              <a:t>31</a:t>
            </a:fld>
            <a:endParaRPr lang="en-US"/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45E3EE7D-6D97-6B5F-8FD9-B0420B2ACE4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732637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55"/>
    </mc:Choice>
    <mc:Fallback xmlns="">
      <p:transition spd="slow" advTm="555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119554-7E10-5E50-0C30-B6FD251BC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Il a été lié à l’OU</a:t>
            </a:r>
          </a:p>
        </p:txBody>
      </p:sp>
      <p:pic>
        <p:nvPicPr>
          <p:cNvPr id="7" name="Espace réservé du contenu 6" descr="Une image contenant texte, logiciel, Icône d’ordinateur, Page web&#10;&#10;Description générée automatiquement">
            <a:extLst>
              <a:ext uri="{FF2B5EF4-FFF2-40B4-BE49-F238E27FC236}">
                <a16:creationId xmlns:a16="http://schemas.microsoft.com/office/drawing/2014/main" id="{FAE28857-7CDC-4B0B-5D12-649EE70D79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83" y="2160588"/>
            <a:ext cx="6204246" cy="3881437"/>
          </a:xfr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C6A055B-7508-2B8A-94D8-4DFA513F4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"/>
              <a:t>Amir Ghasemi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FBC2AAC-21FF-0D03-571E-871507E85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DBABF-20A2-4052-B5E8-1E21107F7192}" type="slidenum">
              <a:rPr lang="en-US" smtClean="0"/>
              <a:t>32</a:t>
            </a:fld>
            <a:endParaRPr lang="en-US"/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5F568B97-4DC4-F95F-04FD-EC3CA3538E6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694015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34"/>
    </mc:Choice>
    <mc:Fallback xmlns="">
      <p:transition spd="slow" advTm="343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35DFFD-51CE-44DE-CB6F-82B81FFEA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9. </a:t>
            </a:r>
            <a:r>
              <a:rPr lang="fr-CA" dirty="0" err="1"/>
              <a:t>Create</a:t>
            </a:r>
            <a:r>
              <a:rPr lang="fr-CA" dirty="0"/>
              <a:t> GPO (GPO Name: </a:t>
            </a:r>
            <a:r>
              <a:rPr lang="fr-CA" dirty="0" err="1"/>
              <a:t>YourNameProjectGPOBlockPaint</a:t>
            </a:r>
            <a:r>
              <a:rPr lang="fr-CA" dirty="0"/>
              <a:t>) ce gestionnaire de serveur pour l’utilisateur2 et le lier à l’OU2. 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1BA50E8-03B4-6D8A-EDC8-EF05EB502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"/>
              <a:t>Amir Ghasemi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3B04736-569C-387C-F823-4C486A22C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DBABF-20A2-4052-B5E8-1E21107F7192}" type="slidenum">
              <a:rPr lang="en-US" smtClean="0"/>
              <a:t>33</a:t>
            </a:fld>
            <a:endParaRPr lang="en-US"/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8D5A00AF-2299-5E3B-0418-C6CAA9239AF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61075" t="-161075" r="-161075" b="-1610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765302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72"/>
    </mc:Choice>
    <mc:Fallback xmlns="">
      <p:transition spd="slow" advTm="657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520B37-5089-3093-856C-A30D3D548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J’ai créé le GPO </a:t>
            </a:r>
            <a:r>
              <a:rPr lang="fr-CA" dirty="0" err="1"/>
              <a:t>VanessaProjetGPOBlockPaint</a:t>
            </a:r>
            <a:endParaRPr lang="fr-CA" dirty="0"/>
          </a:p>
        </p:txBody>
      </p:sp>
      <p:pic>
        <p:nvPicPr>
          <p:cNvPr id="7" name="Espace réservé du contenu 6" descr="Une image contenant texte, capture d’écran, logiciel, affichage&#10;&#10;Description générée automatiquement">
            <a:extLst>
              <a:ext uri="{FF2B5EF4-FFF2-40B4-BE49-F238E27FC236}">
                <a16:creationId xmlns:a16="http://schemas.microsoft.com/office/drawing/2014/main" id="{84716304-2528-A76D-1869-7E8DD04845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145" y="2160588"/>
            <a:ext cx="6117322" cy="3881437"/>
          </a:xfr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861E8FA-0472-D2B6-FFC0-A1750F2D4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"/>
              <a:t>Amir Ghasemi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63C0DFA-D061-FEF5-6F62-32FBC1FC4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DBABF-20A2-4052-B5E8-1E21107F7192}" type="slidenum">
              <a:rPr lang="en-US" smtClean="0"/>
              <a:t>34</a:t>
            </a:fld>
            <a:endParaRPr lang="en-US"/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B2B93CB5-14F2-DB54-3130-B5AFA64A400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262674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34"/>
    </mc:Choice>
    <mc:Fallback xmlns="">
      <p:transition spd="slow" advTm="273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A0DACB-93DE-8E6A-634D-F4BAF2F10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J’ai ajouté l’utilisateur</a:t>
            </a:r>
          </a:p>
        </p:txBody>
      </p:sp>
      <p:pic>
        <p:nvPicPr>
          <p:cNvPr id="7" name="Espace réservé du contenu 6" descr="Une image contenant texte, capture d’écran, logiciel, nombre&#10;&#10;Description générée automatiquement">
            <a:extLst>
              <a:ext uri="{FF2B5EF4-FFF2-40B4-BE49-F238E27FC236}">
                <a16:creationId xmlns:a16="http://schemas.microsoft.com/office/drawing/2014/main" id="{F257F1BB-96BF-4432-A8B8-C010335EFC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922" y="2160588"/>
            <a:ext cx="6115768" cy="3881437"/>
          </a:xfr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995390C-9EA7-AD11-10FB-22BF047C1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"/>
              <a:t>Amir Ghasemi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0C3FAA-296C-7839-F968-A386EFB10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DBABF-20A2-4052-B5E8-1E21107F7192}" type="slidenum">
              <a:rPr lang="en-US" smtClean="0"/>
              <a:t>35</a:t>
            </a:fld>
            <a:endParaRPr lang="en-US"/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3CB19792-A6BF-4638-532F-B06AC0FC2DA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158032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93"/>
    </mc:Choice>
    <mc:Fallback xmlns="">
      <p:transition spd="slow" advTm="40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3983EC-A83C-81B5-1FBE-681C13347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Et j’ai lié le GPO à l’OU</a:t>
            </a:r>
          </a:p>
        </p:txBody>
      </p:sp>
      <p:pic>
        <p:nvPicPr>
          <p:cNvPr id="7" name="Espace réservé du contenu 6" descr="Une image contenant texte, capture d’écran, logiciel, Icône d’ordinateur&#10;&#10;Description générée automatiquement">
            <a:extLst>
              <a:ext uri="{FF2B5EF4-FFF2-40B4-BE49-F238E27FC236}">
                <a16:creationId xmlns:a16="http://schemas.microsoft.com/office/drawing/2014/main" id="{4EF69658-A69B-26B8-9F26-A25B6F3652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657" y="2160588"/>
            <a:ext cx="6210299" cy="3881437"/>
          </a:xfr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B820CE2-C745-3E87-824E-049680B76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"/>
              <a:t>Amir Ghasemi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530F124-FC0C-3A38-79F0-53D2F33D7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DBABF-20A2-4052-B5E8-1E21107F7192}" type="slidenum">
              <a:rPr lang="en-US" smtClean="0"/>
              <a:t>36</a:t>
            </a:fld>
            <a:endParaRPr lang="en-US"/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EC5AA93D-9B87-6DE8-1F78-CFB36230A89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87505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01"/>
    </mc:Choice>
    <mc:Fallback xmlns="">
      <p:transition spd="slow" advTm="210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70EBDF-DFA4-20B9-3F2B-7A809BA44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10. Ajouter un disque dur de 8 Go nommé w au serveur et créez une sauvegarde complète du serveur sur celui-ci.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C483BEA-4FEE-A0B5-AAE3-68D9E37DD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"/>
              <a:t>Amir Ghasemi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BEDE3C8-A4E3-0CA0-3D4B-E4123D0B2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DBABF-20A2-4052-B5E8-1E21107F7192}" type="slidenum">
              <a:rPr lang="en-US" smtClean="0"/>
              <a:t>37</a:t>
            </a:fld>
            <a:endParaRPr lang="en-US"/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C188FB3E-5942-288B-B85E-F1071E34B74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61075" t="-161075" r="-161075" b="-1610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457740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52"/>
    </mc:Choice>
    <mc:Fallback xmlns="">
      <p:transition spd="slow" advTm="395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363A8B-EDF7-B3CE-80C1-174868FF0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Je venu ici pour ajouter le nouveau disque</a:t>
            </a:r>
          </a:p>
        </p:txBody>
      </p:sp>
      <p:pic>
        <p:nvPicPr>
          <p:cNvPr id="7" name="Espace réservé du contenu 6" descr="Une image contenant texte, capture d’écran, logiciel, Icône d’ordinateur&#10;&#10;Description générée automatiquement">
            <a:extLst>
              <a:ext uri="{FF2B5EF4-FFF2-40B4-BE49-F238E27FC236}">
                <a16:creationId xmlns:a16="http://schemas.microsoft.com/office/drawing/2014/main" id="{1CAC19CB-CA16-052B-E10F-7F42CC4FF9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623" y="2160588"/>
            <a:ext cx="5294367" cy="3881437"/>
          </a:xfr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2BE4ACE-3F3D-6F95-A047-6B3DDA2F9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"/>
              <a:t>Amir Ghasemi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FB16475-79AA-4A6E-579A-90FBC9F1C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DBABF-20A2-4052-B5E8-1E21107F7192}" type="slidenum">
              <a:rPr lang="en-US" smtClean="0"/>
              <a:t>38</a:t>
            </a:fld>
            <a:endParaRPr lang="en-US"/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550C81E6-AB81-B881-9200-F4F40B4C2A6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855140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864"/>
    </mc:Choice>
    <mc:Fallback xmlns="">
      <p:transition spd="slow" advTm="158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DD45AA-F87B-D8EC-9619-C6F7305C6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8 Go comme demandé après faire finish</a:t>
            </a:r>
          </a:p>
        </p:txBody>
      </p:sp>
      <p:pic>
        <p:nvPicPr>
          <p:cNvPr id="7" name="Espace réservé du contenu 6" descr="Une image contenant texte, capture d’écran, logiciel, Icône d’ordinateur&#10;&#10;Description générée automatiquement">
            <a:extLst>
              <a:ext uri="{FF2B5EF4-FFF2-40B4-BE49-F238E27FC236}">
                <a16:creationId xmlns:a16="http://schemas.microsoft.com/office/drawing/2014/main" id="{DF4B7550-3460-EE5A-7A3E-6E0C4F5599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225071"/>
            <a:ext cx="6348413" cy="3752470"/>
          </a:xfr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F5CFDC5-E0F9-8828-5C47-86AB7097F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"/>
              <a:t>Amir Ghasemi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C51D71A-AD4D-DB75-03F1-178B04534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DBABF-20A2-4052-B5E8-1E21107F7192}" type="slidenum">
              <a:rPr lang="en-US" smtClean="0"/>
              <a:t>39</a:t>
            </a:fld>
            <a:endParaRPr lang="en-US"/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7304E01D-9804-7F8A-A66A-CB30FA7B0E4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500385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37"/>
    </mc:Choice>
    <mc:Fallback xmlns="">
      <p:transition spd="slow" advTm="16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AFE185-6F80-888F-1E58-6DB8061B3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On a notre disque</a:t>
            </a:r>
          </a:p>
        </p:txBody>
      </p:sp>
      <p:pic>
        <p:nvPicPr>
          <p:cNvPr id="7" name="Espace réservé du contenu 6" descr="Une image contenant texte, capture d’écran, affichage, logiciel&#10;&#10;Description générée automatiquement">
            <a:extLst>
              <a:ext uri="{FF2B5EF4-FFF2-40B4-BE49-F238E27FC236}">
                <a16:creationId xmlns:a16="http://schemas.microsoft.com/office/drawing/2014/main" id="{DCB4D658-2F9C-7A71-DDB6-6F3DC4E1E2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7092" y="2160588"/>
            <a:ext cx="4893428" cy="3881437"/>
          </a:xfr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D0DD76E-4779-36B1-22A7-1B3C9E488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"/>
              <a:t>Amir Ghasemi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A9424E1-C2B5-2372-F229-0CB305303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DBABF-20A2-4052-B5E8-1E21107F7192}" type="slidenum">
              <a:rPr lang="en-US" smtClean="0"/>
              <a:t>40</a:t>
            </a:fld>
            <a:endParaRPr lang="en-US"/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E3044577-79B4-1C9E-545D-E2899B9697B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9051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32"/>
    </mc:Choice>
    <mc:Fallback xmlns="">
      <p:transition spd="slow" advTm="293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3F244B-45E2-304B-2871-52B9F598B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Et voilà</a:t>
            </a:r>
          </a:p>
        </p:txBody>
      </p:sp>
      <p:pic>
        <p:nvPicPr>
          <p:cNvPr id="7" name="Espace réservé du contenu 6" descr="Une image contenant texte, capture d’écran, affichage, logiciel&#10;&#10;Description générée automatiquement">
            <a:extLst>
              <a:ext uri="{FF2B5EF4-FFF2-40B4-BE49-F238E27FC236}">
                <a16:creationId xmlns:a16="http://schemas.microsoft.com/office/drawing/2014/main" id="{5F165B5A-56F0-A68C-4D49-631B0CC870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210" y="2160588"/>
            <a:ext cx="4941192" cy="3881437"/>
          </a:xfr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4DDE46C-F255-7C50-42B7-8E871237B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"/>
              <a:t>Amir Ghasemi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E8C5BA4-2479-8DDB-DA5B-55AC996D3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DBABF-20A2-4052-B5E8-1E21107F7192}" type="slidenum">
              <a:rPr lang="en-US" smtClean="0"/>
              <a:t>41</a:t>
            </a:fld>
            <a:endParaRPr lang="en-US"/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F8E45FA3-A950-F23D-20FE-BEB55A2F559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82562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64"/>
    </mc:Choice>
    <mc:Fallback xmlns="">
      <p:transition spd="slow" advTm="9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40DAFBBE-1D4F-30E8-5EA3-9DBB7162F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"/>
              <a:t>Amir Ghasemi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9652B39-5083-7678-478B-9C8AF04C3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DBABF-20A2-4052-B5E8-1E21107F7192}" type="slidenum">
              <a:rPr lang="en-US" smtClean="0"/>
              <a:t>42</a:t>
            </a:fld>
            <a:endParaRPr lang="en-US"/>
          </a:p>
        </p:txBody>
      </p:sp>
      <p:pic>
        <p:nvPicPr>
          <p:cNvPr id="5" name="Image 4" descr="Une image contenant texte, capture d’écran, logiciel, Icône d’ordinateur&#10;&#10;Description générée automatiquement">
            <a:extLst>
              <a:ext uri="{FF2B5EF4-FFF2-40B4-BE49-F238E27FC236}">
                <a16:creationId xmlns:a16="http://schemas.microsoft.com/office/drawing/2014/main" id="{D13C1CDB-A27A-4ABD-9F8D-B58A8FCFEB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679" y="580627"/>
            <a:ext cx="7468642" cy="5696745"/>
          </a:xfrm>
          <a:prstGeom prst="rect">
            <a:avLst/>
          </a:prstGeom>
        </p:spPr>
      </p:pic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06FBAB1A-6A5B-83DF-8966-A10FD0D24E5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61075" t="-161075" r="-161075" b="-1610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987593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275"/>
    </mc:Choice>
    <mc:Fallback xmlns="">
      <p:transition spd="slow" advTm="527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5278CA-9BEC-CE26-AA7D-53BDDD429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11. Créez un GPO pour la redirection de dossier. • Partager le dossier: </a:t>
            </a:r>
            <a:r>
              <a:rPr lang="fr-CA" dirty="0" err="1"/>
              <a:t>VotreNomProjetsShareFolder</a:t>
            </a:r>
            <a:r>
              <a:rPr lang="fr-CA" dirty="0"/>
              <a:t> • Redirection de dossiers: Picture (image)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ABBE510-56D9-7BD2-976E-4EE41CA41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"/>
              <a:t>Amir Ghasemi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9231CF0-F727-47F9-E7C3-040EDEAB7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DBABF-20A2-4052-B5E8-1E21107F7192}" type="slidenum">
              <a:rPr lang="en-US" smtClean="0"/>
              <a:t>43</a:t>
            </a:fld>
            <a:endParaRPr lang="en-US"/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7F3A46B9-84B0-F6F5-3A2F-FFF9F697387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61075" t="-161075" r="-161075" b="-1610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49092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45"/>
    </mc:Choice>
    <mc:Fallback xmlns="">
      <p:transition spd="slow" advTm="284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B648AA-E690-226E-E842-335BB8A43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J’ai créé le GPO pour la redirection </a:t>
            </a:r>
          </a:p>
        </p:txBody>
      </p:sp>
      <p:pic>
        <p:nvPicPr>
          <p:cNvPr id="7" name="Espace réservé du contenu 6" descr="Une image contenant texte, capture d’écran, logiciel, affichage&#10;&#10;Description générée automatiquement">
            <a:extLst>
              <a:ext uri="{FF2B5EF4-FFF2-40B4-BE49-F238E27FC236}">
                <a16:creationId xmlns:a16="http://schemas.microsoft.com/office/drawing/2014/main" id="{B19E4F80-A7BE-AE74-5134-7B198B3BCB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739" y="2160588"/>
            <a:ext cx="5886135" cy="3881437"/>
          </a:xfr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06B0642-408A-0338-9DCA-00DB1AA40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"/>
              <a:t>Amir Ghasemi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970E807-B2B7-6BA1-4C3E-9135D9B46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DBABF-20A2-4052-B5E8-1E21107F7192}" type="slidenum">
              <a:rPr lang="en-US" smtClean="0"/>
              <a:t>44</a:t>
            </a:fld>
            <a:endParaRPr lang="en-US"/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A9A6A849-B177-D06F-7257-BD816B40C72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744642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161"/>
    </mc:Choice>
    <mc:Fallback xmlns="">
      <p:transition spd="slow" advTm="716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662B5B-AD3F-34FB-8317-22DEB3B70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La suite</a:t>
            </a:r>
          </a:p>
        </p:txBody>
      </p:sp>
      <p:pic>
        <p:nvPicPr>
          <p:cNvPr id="7" name="Espace réservé du contenu 6" descr="Une image contenant texte, capture d’écran, logiciel, Icône d’ordinateur&#10;&#10;Description générée automatiquement">
            <a:extLst>
              <a:ext uri="{FF2B5EF4-FFF2-40B4-BE49-F238E27FC236}">
                <a16:creationId xmlns:a16="http://schemas.microsoft.com/office/drawing/2014/main" id="{107DF4D7-7CF2-EEA5-EB94-17075E0FF9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686" y="2160588"/>
            <a:ext cx="5920241" cy="3881437"/>
          </a:xfr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8E1F065-671B-2D28-F9E3-026AF7D4E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"/>
              <a:t>Amir Ghasemi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2D0E073-6DFF-226D-3F5A-53B6D1C15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DBABF-20A2-4052-B5E8-1E21107F7192}" type="slidenum">
              <a:rPr lang="en-US" smtClean="0"/>
              <a:t>45</a:t>
            </a:fld>
            <a:endParaRPr lang="en-US"/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D058F345-4C10-427B-1EAE-9DE2D33DED2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974071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35"/>
    </mc:Choice>
    <mc:Fallback xmlns="">
      <p:transition spd="slow" advTm="253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1EC164-6F04-CC4D-6908-7FFD80BB8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Ici c’est </a:t>
            </a:r>
            <a:r>
              <a:rPr lang="fr-CA" dirty="0" err="1"/>
              <a:t>windows</a:t>
            </a:r>
            <a:r>
              <a:rPr lang="fr-CA" dirty="0"/>
              <a:t> 10 j’ai essayé de le connecter au server</a:t>
            </a:r>
          </a:p>
        </p:txBody>
      </p:sp>
      <p:pic>
        <p:nvPicPr>
          <p:cNvPr id="7" name="Espace réservé du contenu 6" descr="Une image contenant texte, capture d’écran, logiciel, Icône d’ordinateur&#10;&#10;Description générée automatiquement">
            <a:extLst>
              <a:ext uri="{FF2B5EF4-FFF2-40B4-BE49-F238E27FC236}">
                <a16:creationId xmlns:a16="http://schemas.microsoft.com/office/drawing/2014/main" id="{35DF8072-17AC-7649-91A4-B924457BDD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341" y="2160588"/>
            <a:ext cx="5480930" cy="3881437"/>
          </a:xfr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30A7FD3-A4E9-00A4-E62D-4547F547C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"/>
              <a:t>Amir Ghasemi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BE27119-E585-C06D-820D-BBD6AE0D2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DBABF-20A2-4052-B5E8-1E21107F7192}" type="slidenum">
              <a:rPr lang="en-US" smtClean="0"/>
              <a:t>46</a:t>
            </a:fld>
            <a:endParaRPr lang="en-US"/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FA524CED-4479-1111-22EF-3F79105AE13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59734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406"/>
    </mc:Choice>
    <mc:Fallback xmlns="">
      <p:transition spd="slow" advTm="840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259B8C-F658-5616-FFE9-02BCC9EA9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La connexion est en train de se faire</a:t>
            </a:r>
          </a:p>
        </p:txBody>
      </p:sp>
      <p:pic>
        <p:nvPicPr>
          <p:cNvPr id="7" name="Espace réservé du contenu 6" descr="Une image contenant texte, capture d’écran, logiciel, Icône d’ordinateur&#10;&#10;Description générée automatiquement">
            <a:extLst>
              <a:ext uri="{FF2B5EF4-FFF2-40B4-BE49-F238E27FC236}">
                <a16:creationId xmlns:a16="http://schemas.microsoft.com/office/drawing/2014/main" id="{936AB7F7-8CAC-8000-A5B5-9FD6DBB2AB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228" y="2160588"/>
            <a:ext cx="5893157" cy="3881437"/>
          </a:xfr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60B4C23-3A93-8178-CF87-9D4E36D7E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"/>
              <a:t>Amir Ghasemi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7D94A0D-81FD-A139-6C14-DC215E8AD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DBABF-20A2-4052-B5E8-1E21107F7192}" type="slidenum">
              <a:rPr lang="en-US" smtClean="0"/>
              <a:t>47</a:t>
            </a:fld>
            <a:endParaRPr lang="en-US"/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99766CB1-D03F-E4EA-A6A5-E3F8E0E5329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093450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41"/>
    </mc:Choice>
    <mc:Fallback xmlns="">
      <p:transition spd="slow" advTm="214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92592</TotalTime>
  <Words>637</Words>
  <Application>Microsoft Office PowerPoint</Application>
  <PresentationFormat>Affichage à l'écran (4:3)</PresentationFormat>
  <Paragraphs>154</Paragraphs>
  <Slides>47</Slides>
  <Notes>10</Notes>
  <HiddenSlides>0</HiddenSlides>
  <MMClips>47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47</vt:i4>
      </vt:variant>
    </vt:vector>
  </HeadingPairs>
  <TitlesOfParts>
    <vt:vector size="54" baseType="lpstr">
      <vt:lpstr>Arial</vt:lpstr>
      <vt:lpstr>Calibri</vt:lpstr>
      <vt:lpstr>Times New Roman</vt:lpstr>
      <vt:lpstr>Trebuchet MS</vt:lpstr>
      <vt:lpstr>Wingdings</vt:lpstr>
      <vt:lpstr>Wingdings 3</vt:lpstr>
      <vt:lpstr>Facette</vt:lpstr>
      <vt:lpstr>Présentation PowerPoint</vt:lpstr>
      <vt:lpstr>Présentation PowerPoint</vt:lpstr>
      <vt:lpstr>1- création des OU, des groupes, des utilisateurs     Cette partie regroupe les questions 1,2,4 et 5.  veuillez lire les notes que j’ai écrit dans cliquez pour ajouter des notes. Merci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3- On va attribuer les heures de connexion aux utilisateurs crées</vt:lpstr>
      <vt:lpstr>Présentation PowerPoint</vt:lpstr>
      <vt:lpstr>Présentation PowerPoint</vt:lpstr>
      <vt:lpstr>Présentation PowerPoint</vt:lpstr>
      <vt:lpstr>6. Créer un (GPO Nom: VotreNomProjetGPOChangeWallpaper) cela modifie le fond d’écran de Windows 10 et le relie au domaine. </vt:lpstr>
      <vt:lpstr>Présentation PowerPoint</vt:lpstr>
      <vt:lpstr>J’ai attribué des permissions et aller télécharger une image</vt:lpstr>
      <vt:lpstr>J’ai lié le GPO à l’OU</vt:lpstr>
      <vt:lpstr>J’ai attribué l’utilisateur1 à l’OU car c’est le seul utilisateur j’avais attribué le contrôle total au départ.</vt:lpstr>
      <vt:lpstr>L’écran de ma machine server a changé</vt:lpstr>
      <vt:lpstr>Ici c’est mon windows 10 l’écran a aussi changé</vt:lpstr>
      <vt:lpstr>J’ai créé le GPO directement sur l’OU demandé</vt:lpstr>
      <vt:lpstr>Le GPO est créé</vt:lpstr>
      <vt:lpstr>Ici j’ai sélectionné le GPO pour appliquer la stratégie</vt:lpstr>
      <vt:lpstr>J’ai fait enabled , apply puis OK</vt:lpstr>
      <vt:lpstr>Je suis allé forcer la mise à jour dans powerShell </vt:lpstr>
      <vt:lpstr>Ici on voit que l’utilisateur 3 est dans le GPO créé</vt:lpstr>
      <vt:lpstr>8. Créer un GPO (GPO Nom: VotreNomProjetGPODisable) that server manager for User2 and link it to the OU2.  </vt:lpstr>
      <vt:lpstr>Création du GPO VanessaProjetGPODisable</vt:lpstr>
      <vt:lpstr>Le GPO est créé et j’ai ajouté l’utilisateur</vt:lpstr>
      <vt:lpstr>Je le liais à l’OU demandé</vt:lpstr>
      <vt:lpstr>Il a été lié à l’OU</vt:lpstr>
      <vt:lpstr>9. Create GPO (GPO Name: YourNameProjectGPOBlockPaint) ce gestionnaire de serveur pour l’utilisateur2 et le lier à l’OU2. </vt:lpstr>
      <vt:lpstr>J’ai créé le GPO VanessaProjetGPOBlockPaint</vt:lpstr>
      <vt:lpstr>J’ai ajouté l’utilisateur</vt:lpstr>
      <vt:lpstr>Et j’ai lié le GPO à l’OU</vt:lpstr>
      <vt:lpstr>10. Ajouter un disque dur de 8 Go nommé w au serveur et créez une sauvegarde complète du serveur sur celui-ci.</vt:lpstr>
      <vt:lpstr>Je venu ici pour ajouter le nouveau disque</vt:lpstr>
      <vt:lpstr>8 Go comme demandé après faire finish</vt:lpstr>
      <vt:lpstr>On a notre disque</vt:lpstr>
      <vt:lpstr>Et voilà</vt:lpstr>
      <vt:lpstr>Présentation PowerPoint</vt:lpstr>
      <vt:lpstr>11. Créez un GPO pour la redirection de dossier. • Partager le dossier: VotreNomProjetsShareFolder • Redirection de dossiers: Picture (image)</vt:lpstr>
      <vt:lpstr>J’ai créé le GPO pour la redirection </vt:lpstr>
      <vt:lpstr>La suite</vt:lpstr>
      <vt:lpstr>Ici c’est windows 10 j’ai essayé de le connecter au server</vt:lpstr>
      <vt:lpstr>La connexion est en train de se faire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Vanessa Mouli Moudio</cp:lastModifiedBy>
  <cp:revision>2996</cp:revision>
  <dcterms:created xsi:type="dcterms:W3CDTF">2019-08-01T18:55:56Z</dcterms:created>
  <dcterms:modified xsi:type="dcterms:W3CDTF">2025-12-06T00:25:44Z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dde0556-1f76-452e-9e94-03158f226e4e_Enabled">
    <vt:lpwstr>true</vt:lpwstr>
  </property>
  <property fmtid="{D5CDD505-2E9C-101B-9397-08002B2CF9AE}" pid="3" name="MSIP_Label_cdde0556-1f76-452e-9e94-03158f226e4e_SetDate">
    <vt:lpwstr>2024-12-18T15:53:45Z</vt:lpwstr>
  </property>
  <property fmtid="{D5CDD505-2E9C-101B-9397-08002B2CF9AE}" pid="4" name="MSIP_Label_cdde0556-1f76-452e-9e94-03158f226e4e_Method">
    <vt:lpwstr>Standard</vt:lpwstr>
  </property>
  <property fmtid="{D5CDD505-2E9C-101B-9397-08002B2CF9AE}" pid="5" name="MSIP_Label_cdde0556-1f76-452e-9e94-03158f226e4e_Name">
    <vt:lpwstr>Private</vt:lpwstr>
  </property>
  <property fmtid="{D5CDD505-2E9C-101B-9397-08002B2CF9AE}" pid="6" name="MSIP_Label_cdde0556-1f76-452e-9e94-03158f226e4e_SiteId">
    <vt:lpwstr>7015a19d-0dbb-4c31-8709-253cf07f631f</vt:lpwstr>
  </property>
  <property fmtid="{D5CDD505-2E9C-101B-9397-08002B2CF9AE}" pid="7" name="MSIP_Label_cdde0556-1f76-452e-9e94-03158f226e4e_ActionId">
    <vt:lpwstr>2ad3209c-cfc9-4b8c-91cc-b2a4485fde87</vt:lpwstr>
  </property>
  <property fmtid="{D5CDD505-2E9C-101B-9397-08002B2CF9AE}" pid="8" name="MSIP_Label_cdde0556-1f76-452e-9e94-03158f226e4e_ContentBits">
    <vt:lpwstr>0</vt:lpwstr>
  </property>
</Properties>
</file>